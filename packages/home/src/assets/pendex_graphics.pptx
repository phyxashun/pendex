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1.emf" ContentType="image/x-e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4F62D0-48FE-42F1-A6BB-6611C8F50E0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C9A753-DB9D-4BBB-AE56-1DFFBDA2115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F7CDBD-CF82-44A3-900E-F239188B630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B375428-2CF4-43D3-A7BD-3E0CA58B11D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837FFC-6CD9-48C0-97EF-073329C3035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B79B4F-99EC-4FA1-9CEE-56E9A09A384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4E2443-7762-461B-ACBE-E305B540CFC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EF0DE46-87FA-471B-9353-213D803DB74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7BE368-DCAC-4C52-B1F3-22C72D6D901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3FD1931-7C7F-4B2B-A5B9-0376453B3BB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0DEBB13-AB12-4601-A3AF-A3BC75810AE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image" Target="../media/image10.png"/><Relationship Id="rId10" Type="http://schemas.openxmlformats.org/officeDocument/2006/relationships/image" Target="../media/image10.png"/><Relationship Id="rId11" Type="http://schemas.openxmlformats.org/officeDocument/2006/relationships/image" Target="../media/image10.png"/><Relationship Id="rId12" Type="http://schemas.openxmlformats.org/officeDocument/2006/relationships/image" Target="../media/image10.png"/><Relationship Id="rId13" Type="http://schemas.openxmlformats.org/officeDocument/2006/relationships/image" Target="../media/image10.png"/><Relationship Id="rId14" Type="http://schemas.openxmlformats.org/officeDocument/2006/relationships/image" Target="../media/image10.png"/><Relationship Id="rId15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7"/>
          <p:cNvPicPr/>
          <p:nvPr/>
        </p:nvPicPr>
        <p:blipFill>
          <a:blip r:embed="rId1"/>
          <a:srcRect l="2667" t="3332" r="2852" b="13891"/>
          <a:stretch/>
        </p:blipFill>
        <p:spPr>
          <a:xfrm>
            <a:off x="1033200" y="0"/>
            <a:ext cx="1012536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original_banner_image"/>
          <p:cNvPicPr/>
          <p:nvPr/>
        </p:nvPicPr>
        <p:blipFill>
          <a:blip r:embed="rId1"/>
          <a:srcRect l="100" t="199" r="0" b="210"/>
          <a:stretch/>
        </p:blipFill>
        <p:spPr>
          <a:xfrm>
            <a:off x="0" y="0"/>
            <a:ext cx="9752760" cy="34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xt_Purpose"/>
          <p:cNvSpPr/>
          <p:nvPr/>
        </p:nvSpPr>
        <p:spPr>
          <a:xfrm>
            <a:off x="1638360" y="1797480"/>
            <a:ext cx="3237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Compile your codebase into banner-delimited archives.</a:t>
            </a:r>
            <a:br>
              <a:rPr sz="1050"/>
            </a:b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Rebuild it anytime with  </a:t>
            </a:r>
            <a:r>
              <a:rPr lang="en-US" sz="1050" b="1" u="none" strike="noStrike">
                <a:solidFill>
                  <a:srgbClr val="562905"/>
                </a:solidFill>
                <a:effectLst/>
                <a:uFillTx/>
                <a:latin typeface="Consolas"/>
              </a:rPr>
              <a:t>px split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xt_Subitle"/>
          <p:cNvSpPr/>
          <p:nvPr/>
        </p:nvSpPr>
        <p:spPr>
          <a:xfrm>
            <a:off x="1638360" y="1185480"/>
            <a:ext cx="323784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just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562905"/>
                </a:solidFill>
                <a:effectLst/>
                <a:uFillTx/>
                <a:latin typeface="Arial"/>
              </a:rPr>
              <a:t>Your project’s portable codex.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xt_Title"/>
          <p:cNvSpPr/>
          <p:nvPr/>
        </p:nvSpPr>
        <p:spPr>
          <a:xfrm>
            <a:off x="1638360" y="417960"/>
            <a:ext cx="3237840" cy="7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just" defTabSz="457200">
              <a:lnSpc>
                <a:spcPct val="100000"/>
              </a:lnSpc>
            </a:pPr>
            <a:r>
              <a:rPr lang="en-US" sz="7200" b="1" u="none" strike="noStrike">
                <a:solidFill>
                  <a:srgbClr val="201303"/>
                </a:solidFill>
                <a:effectLst/>
                <a:uFillTx/>
                <a:latin typeface="Georgia Pro"/>
              </a:rPr>
              <a:t>Pendex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_P"/>
          <p:cNvSpPr/>
          <p:nvPr/>
        </p:nvSpPr>
        <p:spPr>
          <a:xfrm>
            <a:off x="76320" y="83880"/>
            <a:ext cx="1294560" cy="1561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26"/>
          <p:cNvPicPr/>
          <p:nvPr/>
        </p:nvPicPr>
        <p:blipFill>
          <a:blip r:embed="rId3"/>
          <a:stretch/>
        </p:blipFill>
        <p:spPr>
          <a:xfrm rot="21271800">
            <a:off x="7244280" y="1746360"/>
            <a:ext cx="763920" cy="961920"/>
          </a:xfrm>
          <a:prstGeom prst="rect">
            <a:avLst/>
          </a:prstGeom>
          <a:noFill/>
          <a:ln w="0">
            <a:noFill/>
          </a:ln>
          <a:effectLst>
            <a:softEdge rad="25560"/>
          </a:effectLst>
        </p:spPr>
      </p:pic>
      <p:sp>
        <p:nvSpPr>
          <p:cNvPr id="67" name="rect_P"/>
          <p:cNvSpPr/>
          <p:nvPr/>
        </p:nvSpPr>
        <p:spPr>
          <a:xfrm rot="20847000">
            <a:off x="7182720" y="1450800"/>
            <a:ext cx="1294560" cy="15616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riginal_app_icon_image" hidden="1"/>
          <p:cNvSpPr/>
          <p:nvPr/>
        </p:nvSpPr>
        <p:spPr>
          <a:xfrm>
            <a:off x="604080" y="680400"/>
            <a:ext cx="5507280" cy="5491080"/>
          </a:xfrm>
          <a:prstGeom prst="roundRect">
            <a:avLst>
              <a:gd name="adj" fmla="val 17795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innerShdw blurRad="254000">
              <a:schemeClr val="tx1">
                <a:lumMod val="95000"/>
                <a:lumOff val="5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background"/>
          <p:cNvGrpSpPr/>
          <p:nvPr/>
        </p:nvGrpSpPr>
        <p:grpSpPr>
          <a:xfrm>
            <a:off x="6095880" y="685800"/>
            <a:ext cx="5485680" cy="5485680"/>
            <a:chOff x="6095880" y="685800"/>
            <a:chExt cx="5485680" cy="5485680"/>
          </a:xfrm>
        </p:grpSpPr>
        <p:sp>
          <p:nvSpPr>
            <p:cNvPr id="70" name="rect_Outer_Border"/>
            <p:cNvSpPr/>
            <p:nvPr/>
          </p:nvSpPr>
          <p:spPr>
            <a:xfrm>
              <a:off x="6095880" y="685800"/>
              <a:ext cx="5485680" cy="5485680"/>
            </a:xfrm>
            <a:prstGeom prst="roundRect">
              <a:avLst>
                <a:gd name="adj" fmla="val 1269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1" name="rect_Inner_Border"/>
            <p:cNvSpPr/>
            <p:nvPr/>
          </p:nvSpPr>
          <p:spPr>
            <a:xfrm>
              <a:off x="6324480" y="914400"/>
              <a:ext cx="5028480" cy="5028480"/>
            </a:xfrm>
            <a:prstGeom prst="roundRect">
              <a:avLst>
                <a:gd name="adj" fmla="val 9019"/>
              </a:avLst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72" name="circle_Large"/>
          <p:cNvSpPr/>
          <p:nvPr/>
        </p:nvSpPr>
        <p:spPr>
          <a:xfrm>
            <a:off x="6781680" y="1377000"/>
            <a:ext cx="4114080" cy="4108680"/>
          </a:xfrm>
          <a:prstGeom prst="ellipse">
            <a:avLst/>
          </a:prstGeom>
          <a:noFill/>
          <a:ln w="50800">
            <a:solidFill>
              <a:srgbClr val="2013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73" name="circles_Mask"/>
          <p:cNvGrpSpPr/>
          <p:nvPr/>
        </p:nvGrpSpPr>
        <p:grpSpPr>
          <a:xfrm>
            <a:off x="6498720" y="1115640"/>
            <a:ext cx="4685760" cy="4654080"/>
            <a:chOff x="6498720" y="1115640"/>
            <a:chExt cx="4685760" cy="4654080"/>
          </a:xfrm>
        </p:grpSpPr>
        <p:sp>
          <p:nvSpPr>
            <p:cNvPr id="74" name="Oval 17"/>
            <p:cNvSpPr/>
            <p:nvPr/>
          </p:nvSpPr>
          <p:spPr>
            <a:xfrm>
              <a:off x="8561520" y="1115640"/>
              <a:ext cx="570960" cy="57240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5" name="Oval 18"/>
            <p:cNvSpPr/>
            <p:nvPr/>
          </p:nvSpPr>
          <p:spPr>
            <a:xfrm>
              <a:off x="6498720" y="3139560"/>
              <a:ext cx="570960" cy="57240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6" name="Oval 19"/>
            <p:cNvSpPr/>
            <p:nvPr/>
          </p:nvSpPr>
          <p:spPr>
            <a:xfrm>
              <a:off x="10613520" y="3139560"/>
              <a:ext cx="570960" cy="57240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7" name="Oval 20"/>
            <p:cNvSpPr/>
            <p:nvPr/>
          </p:nvSpPr>
          <p:spPr>
            <a:xfrm>
              <a:off x="8553600" y="5197320"/>
              <a:ext cx="570960" cy="57240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8" name="Oval 21"/>
            <p:cNvSpPr/>
            <p:nvPr/>
          </p:nvSpPr>
          <p:spPr>
            <a:xfrm>
              <a:off x="9902880" y="4683960"/>
              <a:ext cx="570960" cy="57240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79" name="Oval 22"/>
            <p:cNvSpPr/>
            <p:nvPr/>
          </p:nvSpPr>
          <p:spPr>
            <a:xfrm>
              <a:off x="9902880" y="1600920"/>
              <a:ext cx="570960" cy="57240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0" name="Oval 23"/>
            <p:cNvSpPr/>
            <p:nvPr/>
          </p:nvSpPr>
          <p:spPr>
            <a:xfrm>
              <a:off x="6798240" y="1371600"/>
              <a:ext cx="1126080" cy="114228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1" name="Oval 31"/>
            <p:cNvSpPr/>
            <p:nvPr/>
          </p:nvSpPr>
          <p:spPr>
            <a:xfrm>
              <a:off x="6798240" y="4332600"/>
              <a:ext cx="1126080" cy="1142280"/>
            </a:xfrm>
            <a:prstGeom prst="ellipse">
              <a:avLst/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grpSp>
        <p:nvGrpSpPr>
          <p:cNvPr id="82" name="circles_Small"/>
          <p:cNvGrpSpPr/>
          <p:nvPr/>
        </p:nvGrpSpPr>
        <p:grpSpPr>
          <a:xfrm>
            <a:off x="6643440" y="1234440"/>
            <a:ext cx="4395600" cy="4388400"/>
            <a:chOff x="6643440" y="1234440"/>
            <a:chExt cx="4395600" cy="4388400"/>
          </a:xfrm>
        </p:grpSpPr>
        <p:sp>
          <p:nvSpPr>
            <p:cNvPr id="83" name="circle_Small_Top"/>
            <p:cNvSpPr/>
            <p:nvPr/>
          </p:nvSpPr>
          <p:spPr>
            <a:xfrm>
              <a:off x="8710200" y="1234440"/>
              <a:ext cx="273600" cy="273600"/>
            </a:xfrm>
            <a:prstGeom prst="ellipse">
              <a:avLst/>
            </a:prstGeom>
            <a:solidFill>
              <a:srgbClr val="AE855C"/>
            </a:solidFill>
            <a:ln w="50800">
              <a:solidFill>
                <a:srgbClr val="2013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4" name="circle_Small_Bottom"/>
            <p:cNvSpPr/>
            <p:nvPr/>
          </p:nvSpPr>
          <p:spPr>
            <a:xfrm>
              <a:off x="8710200" y="5349240"/>
              <a:ext cx="273600" cy="273600"/>
            </a:xfrm>
            <a:prstGeom prst="ellipse">
              <a:avLst/>
            </a:prstGeom>
            <a:solidFill>
              <a:srgbClr val="AE855C"/>
            </a:solidFill>
            <a:ln w="50800">
              <a:solidFill>
                <a:srgbClr val="2013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5" name="circle_Small_Left"/>
            <p:cNvSpPr/>
            <p:nvPr/>
          </p:nvSpPr>
          <p:spPr>
            <a:xfrm>
              <a:off x="6643440" y="3291840"/>
              <a:ext cx="273600" cy="273600"/>
            </a:xfrm>
            <a:prstGeom prst="ellipse">
              <a:avLst/>
            </a:prstGeom>
            <a:solidFill>
              <a:srgbClr val="AE855C"/>
            </a:solidFill>
            <a:ln w="50800">
              <a:solidFill>
                <a:srgbClr val="2013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6" name="circle_Small_Right"/>
            <p:cNvSpPr/>
            <p:nvPr/>
          </p:nvSpPr>
          <p:spPr>
            <a:xfrm>
              <a:off x="10765440" y="3291840"/>
              <a:ext cx="273600" cy="273600"/>
            </a:xfrm>
            <a:prstGeom prst="ellipse">
              <a:avLst/>
            </a:prstGeom>
            <a:solidFill>
              <a:srgbClr val="AE855C"/>
            </a:solidFill>
            <a:ln w="50800">
              <a:solidFill>
                <a:srgbClr val="2013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grpSp>
        <p:nvGrpSpPr>
          <p:cNvPr id="87" name="icons"/>
          <p:cNvGrpSpPr/>
          <p:nvPr/>
        </p:nvGrpSpPr>
        <p:grpSpPr>
          <a:xfrm>
            <a:off x="6787080" y="1065240"/>
            <a:ext cx="4374000" cy="4786560"/>
            <a:chOff x="6787080" y="1065240"/>
            <a:chExt cx="4374000" cy="4786560"/>
          </a:xfrm>
        </p:grpSpPr>
        <p:sp>
          <p:nvSpPr>
            <p:cNvPr id="88" name="rect_Book"/>
            <p:cNvSpPr/>
            <p:nvPr/>
          </p:nvSpPr>
          <p:spPr>
            <a:xfrm>
              <a:off x="6787080" y="1065240"/>
              <a:ext cx="911520" cy="13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8800" b="0" u="none" strike="noStrike">
                  <a:solidFill>
                    <a:srgbClr val="EDC484"/>
                  </a:solidFill>
                  <a:effectLst/>
                  <a:uFillTx/>
                  <a:latin typeface="Iosevka NFP"/>
                  <a:ea typeface="Iosevka NFP"/>
                </a:rPr>
                <a:t></a:t>
              </a:r>
              <a:endParaRPr lang="en-US" sz="8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_&lt;&gt;"/>
            <p:cNvSpPr/>
            <p:nvPr/>
          </p:nvSpPr>
          <p:spPr>
            <a:xfrm>
              <a:off x="10155240" y="4744440"/>
              <a:ext cx="1005840" cy="110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7200" b="0" u="none" strike="noStrike">
                  <a:solidFill>
                    <a:srgbClr val="6D7B82"/>
                  </a:solidFill>
                  <a:effectLst/>
                  <a:uFillTx/>
                  <a:latin typeface="Iosevka NFP"/>
                  <a:ea typeface="Iosevka NFP"/>
                </a:rPr>
                <a:t></a:t>
              </a:r>
              <a:r>
                <a:rPr lang="en-US" sz="2400" b="0" u="none" strike="noStrike">
                  <a:solidFill>
                    <a:srgbClr val="6D7B82"/>
                  </a:solidFill>
                  <a:effectLst/>
                  <a:uFillTx/>
                  <a:latin typeface="Iosevka NFP"/>
                  <a:ea typeface="Iosevka NFP"/>
                </a:rPr>
                <a:t> </a:t>
              </a:r>
              <a:r>
                <a:rPr lang="en-US" sz="7200" b="0" u="none" strike="noStrike">
                  <a:solidFill>
                    <a:srgbClr val="6D7B82"/>
                  </a:solidFill>
                  <a:effectLst/>
                  <a:uFillTx/>
                  <a:latin typeface="Iosevka NFP"/>
                  <a:ea typeface="Iosevka NFP"/>
                </a:rPr>
                <a:t></a:t>
              </a:r>
              <a:endPara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_Folder"/>
            <p:cNvSpPr/>
            <p:nvPr/>
          </p:nvSpPr>
          <p:spPr>
            <a:xfrm>
              <a:off x="10123560" y="1065240"/>
              <a:ext cx="920880" cy="110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7200" b="0" u="none" strike="noStrike">
                  <a:solidFill>
                    <a:srgbClr val="C86B25"/>
                  </a:solidFill>
                  <a:effectLst/>
                  <a:uFillTx/>
                  <a:latin typeface="Iosevka NFP"/>
                  <a:ea typeface="Iosevka NFP"/>
                </a:rPr>
                <a:t></a:t>
              </a:r>
              <a:endPara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rect_Paper"/>
            <p:cNvSpPr/>
            <p:nvPr/>
          </p:nvSpPr>
          <p:spPr>
            <a:xfrm>
              <a:off x="6867720" y="4416480"/>
              <a:ext cx="780120" cy="13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8800" b="0" u="none" strike="noStrike">
                  <a:solidFill>
                    <a:srgbClr val="EDC484"/>
                  </a:solidFill>
                  <a:effectLst/>
                  <a:uFillTx/>
                  <a:latin typeface="Iosevka NFP"/>
                  <a:ea typeface="Iosevka NFP"/>
                </a:rPr>
                <a:t></a:t>
              </a:r>
              <a:endParaRPr lang="en-US" sz="8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rect_P"/>
          <p:cNvSpPr/>
          <p:nvPr/>
        </p:nvSpPr>
        <p:spPr>
          <a:xfrm>
            <a:off x="7070400" y="685800"/>
            <a:ext cx="4494960" cy="5485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original_favicon_image" hidden="1"/>
          <p:cNvSpPr/>
          <p:nvPr/>
        </p:nvSpPr>
        <p:spPr>
          <a:xfrm>
            <a:off x="626040" y="685800"/>
            <a:ext cx="5469480" cy="5485680"/>
          </a:xfrm>
          <a:prstGeom prst="roundRect">
            <a:avLst>
              <a:gd name="adj" fmla="val 19978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innerShdw blurRad="114300">
              <a:srgbClr val="000000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background"/>
          <p:cNvGrpSpPr/>
          <p:nvPr/>
        </p:nvGrpSpPr>
        <p:grpSpPr>
          <a:xfrm>
            <a:off x="6095880" y="685800"/>
            <a:ext cx="5485680" cy="5485680"/>
            <a:chOff x="6095880" y="685800"/>
            <a:chExt cx="5485680" cy="5485680"/>
          </a:xfrm>
        </p:grpSpPr>
        <p:sp>
          <p:nvSpPr>
            <p:cNvPr id="95" name="rect_Outer_Border"/>
            <p:cNvSpPr/>
            <p:nvPr/>
          </p:nvSpPr>
          <p:spPr>
            <a:xfrm>
              <a:off x="6095880" y="685800"/>
              <a:ext cx="5485680" cy="5485680"/>
            </a:xfrm>
            <a:prstGeom prst="roundRect">
              <a:avLst>
                <a:gd name="adj" fmla="val 1269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6" name="rect_Inner_Border"/>
            <p:cNvSpPr/>
            <p:nvPr/>
          </p:nvSpPr>
          <p:spPr>
            <a:xfrm>
              <a:off x="6324480" y="914400"/>
              <a:ext cx="5028480" cy="5028480"/>
            </a:xfrm>
            <a:prstGeom prst="roundRect">
              <a:avLst>
                <a:gd name="adj" fmla="val 9019"/>
              </a:avLst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grpSp>
        <p:nvGrpSpPr>
          <p:cNvPr id="97" name="inner_Background"/>
          <p:cNvGrpSpPr/>
          <p:nvPr/>
        </p:nvGrpSpPr>
        <p:grpSpPr>
          <a:xfrm>
            <a:off x="6477120" y="1065240"/>
            <a:ext cx="4723560" cy="4763520"/>
            <a:chOff x="6477120" y="1065240"/>
            <a:chExt cx="4723560" cy="4763520"/>
          </a:xfrm>
        </p:grpSpPr>
        <p:sp>
          <p:nvSpPr>
            <p:cNvPr id="98" name="rect_Inner_Corner_Lines"/>
            <p:cNvSpPr/>
            <p:nvPr/>
          </p:nvSpPr>
          <p:spPr>
            <a:xfrm>
              <a:off x="6591240" y="1143000"/>
              <a:ext cx="4494960" cy="4533120"/>
            </a:xfrm>
            <a:prstGeom prst="roundRect">
              <a:avLst>
                <a:gd name="adj" fmla="val 4951"/>
              </a:avLst>
            </a:prstGeom>
            <a:solidFill>
              <a:srgbClr val="2013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9" name="rect_Inner_Mask"/>
            <p:cNvSpPr/>
            <p:nvPr/>
          </p:nvSpPr>
          <p:spPr>
            <a:xfrm>
              <a:off x="6689160" y="1230120"/>
              <a:ext cx="4321080" cy="4370040"/>
            </a:xfrm>
            <a:prstGeom prst="roundRect">
              <a:avLst>
                <a:gd name="adj" fmla="val 2900"/>
              </a:avLst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00" name="plaque_Inner_Mask"/>
            <p:cNvSpPr/>
            <p:nvPr/>
          </p:nvSpPr>
          <p:spPr>
            <a:xfrm>
              <a:off x="6477120" y="1065240"/>
              <a:ext cx="4723560" cy="4763520"/>
            </a:xfrm>
            <a:prstGeom prst="plaque">
              <a:avLst>
                <a:gd name="adj" fmla="val 19201"/>
              </a:avLst>
            </a:prstGeom>
            <a:solidFill>
              <a:srgbClr val="FFEA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01" name="rect_P"/>
          <p:cNvSpPr/>
          <p:nvPr/>
        </p:nvSpPr>
        <p:spPr>
          <a:xfrm>
            <a:off x="7070400" y="685800"/>
            <a:ext cx="4494960" cy="5485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/>
          <p:cNvPicPr/>
          <p:nvPr/>
        </p:nvPicPr>
        <p:blipFill>
          <a:blip r:embed="rId1"/>
          <a:stretch/>
        </p:blipFill>
        <p:spPr>
          <a:xfrm>
            <a:off x="3240" y="0"/>
            <a:ext cx="1218492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/>
          <p:cNvPicPr/>
          <p:nvPr/>
        </p:nvPicPr>
        <p:blipFill>
          <a:blip r:embed="rId1"/>
          <a:srcRect l="1146" t="36033" r="1170" b="16848"/>
          <a:stretch/>
        </p:blipFill>
        <p:spPr>
          <a:xfrm>
            <a:off x="142920" y="2471400"/>
            <a:ext cx="11902680" cy="323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4"/>
          <p:cNvPicPr/>
          <p:nvPr/>
        </p:nvPicPr>
        <p:blipFill>
          <a:blip r:embed="rId1"/>
          <a:stretch/>
        </p:blipFill>
        <p:spPr>
          <a:xfrm>
            <a:off x="952560" y="0"/>
            <a:ext cx="1028628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2"/>
          <p:cNvPicPr/>
          <p:nvPr/>
        </p:nvPicPr>
        <p:blipFill>
          <a:blip r:embed="rId1"/>
          <a:stretch/>
        </p:blipFill>
        <p:spPr>
          <a:xfrm>
            <a:off x="0" y="380880"/>
            <a:ext cx="12191400" cy="609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/>
          <p:cNvPicPr/>
          <p:nvPr/>
        </p:nvPicPr>
        <p:blipFill>
          <a:blip r:embed="rId1"/>
          <a:stretch/>
        </p:blipFill>
        <p:spPr>
          <a:xfrm>
            <a:off x="948600" y="0"/>
            <a:ext cx="1029456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6"/>
          <p:cNvPicPr/>
          <p:nvPr/>
        </p:nvPicPr>
        <p:blipFill>
          <a:blip r:embed="rId1"/>
          <a:stretch/>
        </p:blipFill>
        <p:spPr>
          <a:xfrm>
            <a:off x="2247840" y="90360"/>
            <a:ext cx="2567160" cy="38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8"/>
          <p:cNvPicPr/>
          <p:nvPr/>
        </p:nvPicPr>
        <p:blipFill>
          <a:blip r:embed="rId2"/>
          <a:stretch/>
        </p:blipFill>
        <p:spPr>
          <a:xfrm>
            <a:off x="0" y="76320"/>
            <a:ext cx="2818800" cy="28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0"/>
          <p:cNvPicPr/>
          <p:nvPr/>
        </p:nvPicPr>
        <p:blipFill>
          <a:blip r:embed="rId3"/>
          <a:stretch/>
        </p:blipFill>
        <p:spPr>
          <a:xfrm>
            <a:off x="6210360" y="266760"/>
            <a:ext cx="2897280" cy="247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2"/>
          <p:cNvPicPr/>
          <p:nvPr/>
        </p:nvPicPr>
        <p:blipFill>
          <a:blip r:embed="rId4"/>
          <a:stretch/>
        </p:blipFill>
        <p:spPr>
          <a:xfrm>
            <a:off x="469080" y="2743200"/>
            <a:ext cx="1880640" cy="241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22"/>
          <p:cNvPicPr/>
          <p:nvPr/>
        </p:nvPicPr>
        <p:blipFill>
          <a:blip r:embed="rId1">
            <a:lum bright="70000" contrast="-70000"/>
          </a:blip>
          <a:srcRect l="1166" t="84947" r="91325" b="1708"/>
          <a:stretch/>
        </p:blipFill>
        <p:spPr>
          <a:xfrm>
            <a:off x="0" y="36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3"/>
          <p:cNvPicPr/>
          <p:nvPr/>
        </p:nvPicPr>
        <p:blipFill>
          <a:blip r:embed="rId2"/>
          <a:srcRect l="1668" t="84056" r="3775" b="864"/>
          <a:stretch/>
        </p:blipFill>
        <p:spPr>
          <a:xfrm>
            <a:off x="0" y="4681800"/>
            <a:ext cx="11521440" cy="10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15"/>
          <p:cNvPicPr/>
          <p:nvPr/>
        </p:nvPicPr>
        <p:blipFill>
          <a:blip r:embed="rId3"/>
          <a:srcRect l="50086" t="86143" r="43502" b="2967"/>
          <a:stretch/>
        </p:blipFill>
        <p:spPr>
          <a:xfrm>
            <a:off x="5943600" y="457200"/>
            <a:ext cx="95652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16"/>
          <p:cNvPicPr/>
          <p:nvPr/>
        </p:nvPicPr>
        <p:blipFill>
          <a:blip r:embed="rId4"/>
          <a:srcRect l="41063" t="84775" r="51430" b="1882"/>
          <a:stretch/>
        </p:blipFill>
        <p:spPr>
          <a:xfrm>
            <a:off x="5715360" y="45756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17"/>
          <p:cNvPicPr/>
          <p:nvPr/>
        </p:nvPicPr>
        <p:blipFill>
          <a:blip r:embed="rId5"/>
          <a:srcRect l="33190" t="84775" r="59303" b="1882"/>
          <a:stretch/>
        </p:blipFill>
        <p:spPr>
          <a:xfrm>
            <a:off x="5943960" y="45720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18"/>
          <p:cNvPicPr/>
          <p:nvPr/>
        </p:nvPicPr>
        <p:blipFill>
          <a:blip r:embed="rId6"/>
          <a:srcRect l="25208" t="84875" r="67285" b="1783"/>
          <a:stretch/>
        </p:blipFill>
        <p:spPr>
          <a:xfrm>
            <a:off x="5943600" y="45756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19"/>
          <p:cNvPicPr/>
          <p:nvPr/>
        </p:nvPicPr>
        <p:blipFill>
          <a:blip r:embed="rId7"/>
          <a:srcRect l="17447" t="84881" r="75048" b="1777"/>
          <a:stretch/>
        </p:blipFill>
        <p:spPr>
          <a:xfrm>
            <a:off x="5944320" y="228960"/>
            <a:ext cx="91332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20"/>
          <p:cNvPicPr/>
          <p:nvPr/>
        </p:nvPicPr>
        <p:blipFill>
          <a:blip r:embed="rId8"/>
          <a:srcRect l="9184" t="84875" r="83309" b="1783"/>
          <a:stretch/>
        </p:blipFill>
        <p:spPr>
          <a:xfrm>
            <a:off x="9830160" y="297180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21"/>
          <p:cNvPicPr/>
          <p:nvPr/>
        </p:nvPicPr>
        <p:blipFill>
          <a:blip r:embed="rId9"/>
          <a:srcRect l="1166" t="84947" r="91325" b="1708"/>
          <a:stretch/>
        </p:blipFill>
        <p:spPr>
          <a:xfrm>
            <a:off x="3201120" y="228600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5"/>
          <p:cNvPicPr/>
          <p:nvPr/>
        </p:nvPicPr>
        <p:blipFill>
          <a:blip r:embed="rId10"/>
          <a:srcRect l="58600" t="86143" r="35275" b="2967"/>
          <a:stretch/>
        </p:blipFill>
        <p:spPr>
          <a:xfrm>
            <a:off x="5943600" y="457200"/>
            <a:ext cx="91368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11"/>
          <p:cNvPicPr/>
          <p:nvPr/>
        </p:nvPicPr>
        <p:blipFill>
          <a:blip r:embed="rId11"/>
          <a:srcRect l="73936" t="86143" r="19938" b="2967"/>
          <a:stretch/>
        </p:blipFill>
        <p:spPr>
          <a:xfrm>
            <a:off x="5943600" y="457200"/>
            <a:ext cx="91368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13"/>
          <p:cNvPicPr/>
          <p:nvPr/>
        </p:nvPicPr>
        <p:blipFill>
          <a:blip r:embed="rId12"/>
          <a:srcRect l="66349" t="86143" r="27525" b="2967"/>
          <a:stretch/>
        </p:blipFill>
        <p:spPr>
          <a:xfrm>
            <a:off x="5943960" y="457200"/>
            <a:ext cx="91368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9"/>
          <p:cNvPicPr/>
          <p:nvPr/>
        </p:nvPicPr>
        <p:blipFill>
          <a:blip r:embed="rId13"/>
          <a:srcRect l="81835" t="86143" r="12040" b="2967"/>
          <a:stretch/>
        </p:blipFill>
        <p:spPr>
          <a:xfrm>
            <a:off x="5986440" y="457200"/>
            <a:ext cx="91368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14"/>
          <p:cNvPicPr/>
          <p:nvPr/>
        </p:nvPicPr>
        <p:blipFill>
          <a:blip r:embed="rId14"/>
          <a:srcRect l="89877" t="86143" r="3997" b="2967"/>
          <a:stretch/>
        </p:blipFill>
        <p:spPr>
          <a:xfrm>
            <a:off x="5943600" y="457200"/>
            <a:ext cx="91368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56b665fc-95ee-4bc0-ba4f-93fdedf161ac}" enabled="0" method="" siteId="{56b665fc-95ee-4bc0-ba4f-93fdedf161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2057</TotalTime>
  <Application>LibreOffice/26.2.5.2$Linux_X86_64 LibreOffice_project/620$Build-2</Application>
  <AppVersion>15.0000</AppVersion>
  <Words>29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2026-07-23T13:08:52Z</dcterms:created>
  <dc:creator>Dew, Dustin R CIV USSOCOM USASOC (USA)</dc:creator>
  <dc:description/>
  <dc:language>en-US</dc:language>
  <cp:lastModifiedBy/>
  <dcterms:modified xsi:type="dcterms:W3CDTF">2026-07-26T17:02:43Z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