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media/image1.emf" ContentType="image/x-emf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B34C9F-D646-4D96-A11A-768E398C351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96C4EB8-48DE-4A3A-B301-421088D8BA0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62A37E-B457-4B7B-BA36-037F0E2B75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96FFCE-7CA6-418E-9631-8D11A0127BD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2262A9-5C30-4303-A6A2-58B00D8C1F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AAF7C2-37C3-4DBE-9156-920ED0A43A2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1B3964-6018-49DF-9BE9-783E21EA8DF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0F4787-A25D-446B-A5B9-1078AB48F01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5EE5D5C-89A2-4A0C-BA6F-E95D140AEE0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F419D3-3F91-4F1A-827A-F37E6D10DC2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2BEC3B-B966-455D-88EC-42F5BBF57C3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emf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image" Target="../media/image10.png"/><Relationship Id="rId8" Type="http://schemas.openxmlformats.org/officeDocument/2006/relationships/image" Target="../media/image10.png"/><Relationship Id="rId9" Type="http://schemas.openxmlformats.org/officeDocument/2006/relationships/image" Target="../media/image10.png"/><Relationship Id="rId10" Type="http://schemas.openxmlformats.org/officeDocument/2006/relationships/image" Target="../media/image10.png"/><Relationship Id="rId11" Type="http://schemas.openxmlformats.org/officeDocument/2006/relationships/image" Target="../media/image10.png"/><Relationship Id="rId12" Type="http://schemas.openxmlformats.org/officeDocument/2006/relationships/image" Target="../media/image10.png"/><Relationship Id="rId13" Type="http://schemas.openxmlformats.org/officeDocument/2006/relationships/image" Target="../media/image10.png"/><Relationship Id="rId14" Type="http://schemas.openxmlformats.org/officeDocument/2006/relationships/image" Target="../media/image10.png"/><Relationship Id="rId15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7"/>
          <p:cNvPicPr/>
          <p:nvPr/>
        </p:nvPicPr>
        <p:blipFill>
          <a:blip r:embed="rId1"/>
          <a:srcRect l="2667" t="3332" r="2852" b="13891"/>
          <a:stretch/>
        </p:blipFill>
        <p:spPr>
          <a:xfrm>
            <a:off x="1033200" y="0"/>
            <a:ext cx="101257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original_banner_image"/>
          <p:cNvPicPr/>
          <p:nvPr/>
        </p:nvPicPr>
        <p:blipFill>
          <a:blip r:embed="rId1"/>
          <a:srcRect l="100" t="199" r="0" b="210"/>
          <a:stretch/>
        </p:blipFill>
        <p:spPr>
          <a:xfrm>
            <a:off x="0" y="0"/>
            <a:ext cx="975312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xt_Purpose"/>
          <p:cNvSpPr/>
          <p:nvPr/>
        </p:nvSpPr>
        <p:spPr>
          <a:xfrm>
            <a:off x="1638360" y="1797480"/>
            <a:ext cx="32382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Compile your codebase into banner-delimited archives.</a:t>
            </a:r>
            <a:br>
              <a:rPr sz="1050"/>
            </a:br>
            <a:r>
              <a:rPr lang="en-US" sz="10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Rebuild it anytime with  </a:t>
            </a:r>
            <a:r>
              <a:rPr lang="en-US" sz="1050" b="1" u="none" strike="noStrike">
                <a:solidFill>
                  <a:srgbClr val="562905"/>
                </a:solidFill>
                <a:effectLst/>
                <a:uFillTx/>
                <a:latin typeface="Consolas"/>
              </a:rPr>
              <a:t>px split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xt_Subitle"/>
          <p:cNvSpPr/>
          <p:nvPr/>
        </p:nvSpPr>
        <p:spPr>
          <a:xfrm>
            <a:off x="1638360" y="1185480"/>
            <a:ext cx="32382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just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562905"/>
                </a:solidFill>
                <a:effectLst/>
                <a:uFillTx/>
                <a:latin typeface="Arial"/>
              </a:rPr>
              <a:t>Your project’s portable codex.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xt_Title"/>
          <p:cNvSpPr/>
          <p:nvPr/>
        </p:nvSpPr>
        <p:spPr>
          <a:xfrm>
            <a:off x="1638360" y="417960"/>
            <a:ext cx="3238200" cy="7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just" defTabSz="457200">
              <a:lnSpc>
                <a:spcPct val="100000"/>
              </a:lnSpc>
            </a:pPr>
            <a:r>
              <a:rPr lang="en-US" sz="7200" b="1" u="none" strike="noStrike">
                <a:solidFill>
                  <a:srgbClr val="201303"/>
                </a:solidFill>
                <a:effectLst/>
                <a:uFillTx/>
                <a:latin typeface="Georgia Pro"/>
              </a:rPr>
              <a:t>Pendex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ect_P"/>
          <p:cNvSpPr/>
          <p:nvPr/>
        </p:nvSpPr>
        <p:spPr>
          <a:xfrm>
            <a:off x="76320" y="83880"/>
            <a:ext cx="1294920" cy="156204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26"/>
          <p:cNvPicPr/>
          <p:nvPr/>
        </p:nvPicPr>
        <p:blipFill>
          <a:blip r:embed="rId3"/>
          <a:stretch/>
        </p:blipFill>
        <p:spPr>
          <a:xfrm rot="21271800">
            <a:off x="7244640" y="1746720"/>
            <a:ext cx="764280" cy="962280"/>
          </a:xfrm>
          <a:prstGeom prst="rect">
            <a:avLst/>
          </a:prstGeom>
          <a:noFill/>
          <a:ln w="0">
            <a:noFill/>
          </a:ln>
          <a:effectLst>
            <a:softEdge rad="25560"/>
          </a:effectLst>
        </p:spPr>
      </p:pic>
      <p:sp>
        <p:nvSpPr>
          <p:cNvPr id="67" name="rect_P"/>
          <p:cNvSpPr/>
          <p:nvPr/>
        </p:nvSpPr>
        <p:spPr>
          <a:xfrm rot="20847000">
            <a:off x="7182720" y="1450800"/>
            <a:ext cx="1294920" cy="156204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riginal_app_icon_image" hidden="1"/>
          <p:cNvSpPr/>
          <p:nvPr/>
        </p:nvSpPr>
        <p:spPr>
          <a:xfrm>
            <a:off x="604080" y="680400"/>
            <a:ext cx="5507640" cy="5491440"/>
          </a:xfrm>
          <a:prstGeom prst="roundRect">
            <a:avLst>
              <a:gd name="adj" fmla="val 17795"/>
            </a:avLst>
          </a:prstGeom>
          <a:blipFill rotWithShape="0">
            <a:blip r:embed="rId1"/>
            <a:srcRect/>
            <a:stretch/>
          </a:blipFill>
          <a:ln w="0">
            <a:noFill/>
          </a:ln>
          <a:effectLst>
            <a:innerShdw blurRad="254000">
              <a:schemeClr val="tx1">
                <a:lumMod val="95000"/>
                <a:lumOff val="5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background"/>
          <p:cNvGrpSpPr/>
          <p:nvPr/>
        </p:nvGrpSpPr>
        <p:grpSpPr>
          <a:xfrm>
            <a:off x="6095880" y="685800"/>
            <a:ext cx="5486040" cy="5486040"/>
            <a:chOff x="6095880" y="685800"/>
            <a:chExt cx="5486040" cy="5486040"/>
          </a:xfrm>
        </p:grpSpPr>
        <p:sp>
          <p:nvSpPr>
            <p:cNvPr id="70" name="rect_Outer_Border"/>
            <p:cNvSpPr/>
            <p:nvPr/>
          </p:nvSpPr>
          <p:spPr>
            <a:xfrm>
              <a:off x="6095880" y="685800"/>
              <a:ext cx="5486040" cy="548604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1" name="rect_Inner_Border"/>
            <p:cNvSpPr/>
            <p:nvPr/>
          </p:nvSpPr>
          <p:spPr>
            <a:xfrm>
              <a:off x="6324480" y="914400"/>
              <a:ext cx="5028840" cy="502884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72" name="circle_Large"/>
          <p:cNvSpPr/>
          <p:nvPr/>
        </p:nvSpPr>
        <p:spPr>
          <a:xfrm>
            <a:off x="6781680" y="1377000"/>
            <a:ext cx="4114440" cy="4109040"/>
          </a:xfrm>
          <a:prstGeom prst="ellipse">
            <a:avLst/>
          </a:prstGeom>
          <a:noFill/>
          <a:ln w="50800">
            <a:solidFill>
              <a:srgbClr val="2013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pSp>
        <p:nvGrpSpPr>
          <p:cNvPr id="73" name="circles_Mask"/>
          <p:cNvGrpSpPr/>
          <p:nvPr/>
        </p:nvGrpSpPr>
        <p:grpSpPr>
          <a:xfrm>
            <a:off x="6498720" y="1115640"/>
            <a:ext cx="4686120" cy="4654440"/>
            <a:chOff x="6498720" y="1115640"/>
            <a:chExt cx="4686120" cy="4654440"/>
          </a:xfrm>
        </p:grpSpPr>
        <p:sp>
          <p:nvSpPr>
            <p:cNvPr id="74" name="Oval 17"/>
            <p:cNvSpPr/>
            <p:nvPr/>
          </p:nvSpPr>
          <p:spPr>
            <a:xfrm>
              <a:off x="8561520" y="111564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5" name="Oval 18"/>
            <p:cNvSpPr/>
            <p:nvPr/>
          </p:nvSpPr>
          <p:spPr>
            <a:xfrm>
              <a:off x="6498720" y="313956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6" name="Oval 19"/>
            <p:cNvSpPr/>
            <p:nvPr/>
          </p:nvSpPr>
          <p:spPr>
            <a:xfrm>
              <a:off x="10613520" y="313956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7" name="Oval 20"/>
            <p:cNvSpPr/>
            <p:nvPr/>
          </p:nvSpPr>
          <p:spPr>
            <a:xfrm>
              <a:off x="8553600" y="519732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8" name="Oval 21"/>
            <p:cNvSpPr/>
            <p:nvPr/>
          </p:nvSpPr>
          <p:spPr>
            <a:xfrm>
              <a:off x="9902880" y="468396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79" name="Oval 22"/>
            <p:cNvSpPr/>
            <p:nvPr/>
          </p:nvSpPr>
          <p:spPr>
            <a:xfrm>
              <a:off x="9902880" y="1600920"/>
              <a:ext cx="571320" cy="57276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0" name="Oval 23"/>
            <p:cNvSpPr/>
            <p:nvPr/>
          </p:nvSpPr>
          <p:spPr>
            <a:xfrm>
              <a:off x="6798240" y="1371600"/>
              <a:ext cx="1126440" cy="11426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1" name="Oval 31"/>
            <p:cNvSpPr/>
            <p:nvPr/>
          </p:nvSpPr>
          <p:spPr>
            <a:xfrm>
              <a:off x="6798240" y="4332600"/>
              <a:ext cx="1126440" cy="1142640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82" name="circles_Small"/>
          <p:cNvGrpSpPr/>
          <p:nvPr/>
        </p:nvGrpSpPr>
        <p:grpSpPr>
          <a:xfrm>
            <a:off x="6643440" y="1234440"/>
            <a:ext cx="4395960" cy="4388760"/>
            <a:chOff x="6643440" y="1234440"/>
            <a:chExt cx="4395960" cy="4388760"/>
          </a:xfrm>
        </p:grpSpPr>
        <p:sp>
          <p:nvSpPr>
            <p:cNvPr id="83" name="circle_Small_Top"/>
            <p:cNvSpPr/>
            <p:nvPr/>
          </p:nvSpPr>
          <p:spPr>
            <a:xfrm>
              <a:off x="8710200" y="1234440"/>
              <a:ext cx="273960" cy="27396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4" name="circle_Small_Bottom"/>
            <p:cNvSpPr/>
            <p:nvPr/>
          </p:nvSpPr>
          <p:spPr>
            <a:xfrm>
              <a:off x="8710200" y="5349240"/>
              <a:ext cx="273960" cy="27396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5" name="circle_Small_Left"/>
            <p:cNvSpPr/>
            <p:nvPr/>
          </p:nvSpPr>
          <p:spPr>
            <a:xfrm>
              <a:off x="6643440" y="3291840"/>
              <a:ext cx="273960" cy="27396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86" name="circle_Small_Right"/>
            <p:cNvSpPr/>
            <p:nvPr/>
          </p:nvSpPr>
          <p:spPr>
            <a:xfrm>
              <a:off x="10765440" y="3291840"/>
              <a:ext cx="273960" cy="27396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87" name="icons"/>
          <p:cNvGrpSpPr/>
          <p:nvPr/>
        </p:nvGrpSpPr>
        <p:grpSpPr>
          <a:xfrm>
            <a:off x="6787080" y="1065240"/>
            <a:ext cx="4374360" cy="4786920"/>
            <a:chOff x="6787080" y="1065240"/>
            <a:chExt cx="4374360" cy="4786920"/>
          </a:xfrm>
        </p:grpSpPr>
        <p:sp>
          <p:nvSpPr>
            <p:cNvPr id="88" name="rect_Book"/>
            <p:cNvSpPr/>
            <p:nvPr/>
          </p:nvSpPr>
          <p:spPr>
            <a:xfrm>
              <a:off x="6787080" y="1065240"/>
              <a:ext cx="911880" cy="135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8800" b="0" u="none" strike="noStrike">
                  <a:solidFill>
                    <a:srgbClr val="EDC484"/>
                  </a:solidFill>
                  <a:effectLst/>
                  <a:uFillTx/>
                  <a:latin typeface="Iosevka NFP"/>
                  <a:ea typeface="Iosevka NFP"/>
                </a:rPr>
                <a:t></a:t>
              </a:r>
              <a:endParaRPr lang="en-US" sz="8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rect_&lt;&gt;"/>
            <p:cNvSpPr/>
            <p:nvPr/>
          </p:nvSpPr>
          <p:spPr>
            <a:xfrm>
              <a:off x="10155240" y="4744440"/>
              <a:ext cx="1006200" cy="11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72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</a:t>
              </a:r>
              <a:r>
                <a:rPr lang="en-US" sz="24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 </a:t>
              </a:r>
              <a:r>
                <a:rPr lang="en-US" sz="7200" b="0" u="none" strike="noStrike">
                  <a:solidFill>
                    <a:srgbClr val="6D7B82"/>
                  </a:solidFill>
                  <a:effectLst/>
                  <a:uFillTx/>
                  <a:latin typeface="Iosevka NFP"/>
                  <a:ea typeface="Iosevka NFP"/>
                </a:rPr>
                <a:t></a:t>
              </a:r>
              <a:endParaRPr lang="en-US" sz="7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rect_Folder"/>
            <p:cNvSpPr/>
            <p:nvPr/>
          </p:nvSpPr>
          <p:spPr>
            <a:xfrm>
              <a:off x="10123560" y="1065240"/>
              <a:ext cx="921240" cy="11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7200" b="0" u="none" strike="noStrike">
                  <a:solidFill>
                    <a:srgbClr val="C86B25"/>
                  </a:solidFill>
                  <a:effectLst/>
                  <a:uFillTx/>
                  <a:latin typeface="Iosevka NFP"/>
                  <a:ea typeface="Iosevka NFP"/>
                </a:rPr>
                <a:t></a:t>
              </a:r>
              <a:endParaRPr lang="en-US" sz="7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rect_Paper"/>
            <p:cNvSpPr/>
            <p:nvPr/>
          </p:nvSpPr>
          <p:spPr>
            <a:xfrm>
              <a:off x="6867720" y="4416480"/>
              <a:ext cx="780480" cy="135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tIns="0" rIns="0" bIns="0" anchor="ctr">
              <a:spAutoFit/>
            </a:bodyPr>
            <a:p>
              <a:pPr algn="ctr" defTabSz="457200">
                <a:lnSpc>
                  <a:spcPct val="100000"/>
                </a:lnSpc>
              </a:pPr>
              <a:r>
                <a:rPr lang="en-US" sz="8800" b="0" u="none" strike="noStrike">
                  <a:solidFill>
                    <a:srgbClr val="EDC484"/>
                  </a:solidFill>
                  <a:effectLst/>
                  <a:uFillTx/>
                  <a:latin typeface="Iosevka NFP"/>
                  <a:ea typeface="Iosevka NFP"/>
                </a:rPr>
                <a:t></a:t>
              </a:r>
              <a:endParaRPr lang="en-US" sz="8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rect_P"/>
          <p:cNvSpPr/>
          <p:nvPr/>
        </p:nvSpPr>
        <p:spPr>
          <a:xfrm>
            <a:off x="7070400" y="685800"/>
            <a:ext cx="4495320" cy="548604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original_favicon_image" hidden="1"/>
          <p:cNvSpPr/>
          <p:nvPr/>
        </p:nvSpPr>
        <p:spPr>
          <a:xfrm>
            <a:off x="626040" y="685800"/>
            <a:ext cx="5469840" cy="5486040"/>
          </a:xfrm>
          <a:prstGeom prst="roundRect">
            <a:avLst>
              <a:gd name="adj" fmla="val 19978"/>
            </a:avLst>
          </a:prstGeom>
          <a:blipFill rotWithShape="0">
            <a:blip r:embed="rId1"/>
            <a:srcRect/>
            <a:stretch/>
          </a:blipFill>
          <a:ln w="0">
            <a:noFill/>
          </a:ln>
          <a:effectLst>
            <a:innerShdw blurRad="114300">
              <a:srgbClr val="000000"/>
            </a:inn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background"/>
          <p:cNvGrpSpPr/>
          <p:nvPr/>
        </p:nvGrpSpPr>
        <p:grpSpPr>
          <a:xfrm>
            <a:off x="6095880" y="685800"/>
            <a:ext cx="5486040" cy="5486040"/>
            <a:chOff x="6095880" y="685800"/>
            <a:chExt cx="5486040" cy="5486040"/>
          </a:xfrm>
        </p:grpSpPr>
        <p:sp>
          <p:nvSpPr>
            <p:cNvPr id="95" name="rect_Outer_Border"/>
            <p:cNvSpPr/>
            <p:nvPr/>
          </p:nvSpPr>
          <p:spPr>
            <a:xfrm>
              <a:off x="6095880" y="685800"/>
              <a:ext cx="5486040" cy="548604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96" name="rect_Inner_Border"/>
            <p:cNvSpPr/>
            <p:nvPr/>
          </p:nvSpPr>
          <p:spPr>
            <a:xfrm>
              <a:off x="6324480" y="914400"/>
              <a:ext cx="5028840" cy="502884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grpSp>
        <p:nvGrpSpPr>
          <p:cNvPr id="97" name="inner_Background"/>
          <p:cNvGrpSpPr/>
          <p:nvPr/>
        </p:nvGrpSpPr>
        <p:grpSpPr>
          <a:xfrm>
            <a:off x="6477120" y="1065240"/>
            <a:ext cx="4723920" cy="4763880"/>
            <a:chOff x="6477120" y="1065240"/>
            <a:chExt cx="4723920" cy="4763880"/>
          </a:xfrm>
        </p:grpSpPr>
        <p:sp>
          <p:nvSpPr>
            <p:cNvPr id="98" name="rect_Inner_Corner_Lines"/>
            <p:cNvSpPr/>
            <p:nvPr/>
          </p:nvSpPr>
          <p:spPr>
            <a:xfrm>
              <a:off x="6591240" y="1143000"/>
              <a:ext cx="4495320" cy="4533480"/>
            </a:xfrm>
            <a:prstGeom prst="roundRect">
              <a:avLst>
                <a:gd name="adj" fmla="val 4951"/>
              </a:avLst>
            </a:prstGeom>
            <a:solidFill>
              <a:srgbClr val="2013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99" name="rect_Inner_Mask"/>
            <p:cNvSpPr/>
            <p:nvPr/>
          </p:nvSpPr>
          <p:spPr>
            <a:xfrm>
              <a:off x="6689160" y="1230120"/>
              <a:ext cx="4321440" cy="4370400"/>
            </a:xfrm>
            <a:prstGeom prst="roundRect">
              <a:avLst>
                <a:gd name="adj" fmla="val 2900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  <p:sp>
          <p:nvSpPr>
            <p:cNvPr id="100" name="plaque_Inner_Mask"/>
            <p:cNvSpPr/>
            <p:nvPr/>
          </p:nvSpPr>
          <p:spPr>
            <a:xfrm>
              <a:off x="6477120" y="1065240"/>
              <a:ext cx="4723920" cy="4763880"/>
            </a:xfrm>
            <a:prstGeom prst="plaque">
              <a:avLst>
                <a:gd name="adj" fmla="val 19201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endParaRPr>
            </a:p>
          </p:txBody>
        </p:sp>
      </p:grpSp>
      <p:sp>
        <p:nvSpPr>
          <p:cNvPr id="101" name="rect_P"/>
          <p:cNvSpPr/>
          <p:nvPr/>
        </p:nvSpPr>
        <p:spPr>
          <a:xfrm>
            <a:off x="7070400" y="685800"/>
            <a:ext cx="4495320" cy="548604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2"/>
          <p:cNvPicPr/>
          <p:nvPr/>
        </p:nvPicPr>
        <p:blipFill>
          <a:blip r:embed="rId1"/>
          <a:stretch/>
        </p:blipFill>
        <p:spPr>
          <a:xfrm>
            <a:off x="3240" y="0"/>
            <a:ext cx="1218528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"/>
          <p:cNvPicPr/>
          <p:nvPr/>
        </p:nvPicPr>
        <p:blipFill>
          <a:blip r:embed="rId1"/>
          <a:srcRect l="1146" t="36033" r="1170" b="16848"/>
          <a:stretch/>
        </p:blipFill>
        <p:spPr>
          <a:xfrm>
            <a:off x="142920" y="2471400"/>
            <a:ext cx="11903040" cy="3230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4"/>
          <p:cNvPicPr/>
          <p:nvPr/>
        </p:nvPicPr>
        <p:blipFill>
          <a:blip r:embed="rId1"/>
          <a:stretch/>
        </p:blipFill>
        <p:spPr>
          <a:xfrm>
            <a:off x="952560" y="0"/>
            <a:ext cx="1028664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2"/>
          <p:cNvPicPr/>
          <p:nvPr/>
        </p:nvPicPr>
        <p:blipFill>
          <a:blip r:embed="rId1"/>
          <a:stretch/>
        </p:blipFill>
        <p:spPr>
          <a:xfrm>
            <a:off x="0" y="380880"/>
            <a:ext cx="12191760" cy="609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2"/>
          <p:cNvPicPr/>
          <p:nvPr/>
        </p:nvPicPr>
        <p:blipFill>
          <a:blip r:embed="rId1"/>
          <a:stretch/>
        </p:blipFill>
        <p:spPr>
          <a:xfrm>
            <a:off x="948600" y="0"/>
            <a:ext cx="1029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6"/>
          <p:cNvPicPr/>
          <p:nvPr/>
        </p:nvPicPr>
        <p:blipFill>
          <a:blip r:embed="rId1"/>
          <a:stretch/>
        </p:blipFill>
        <p:spPr>
          <a:xfrm>
            <a:off x="2247840" y="90360"/>
            <a:ext cx="2567520" cy="384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8"/>
          <p:cNvPicPr/>
          <p:nvPr/>
        </p:nvPicPr>
        <p:blipFill>
          <a:blip r:embed="rId2"/>
          <a:stretch/>
        </p:blipFill>
        <p:spPr>
          <a:xfrm>
            <a:off x="0" y="76320"/>
            <a:ext cx="2819160" cy="281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Picture 10"/>
          <p:cNvPicPr/>
          <p:nvPr/>
        </p:nvPicPr>
        <p:blipFill>
          <a:blip r:embed="rId3"/>
          <a:stretch/>
        </p:blipFill>
        <p:spPr>
          <a:xfrm>
            <a:off x="6210360" y="266760"/>
            <a:ext cx="2897640" cy="247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Picture 12"/>
          <p:cNvPicPr/>
          <p:nvPr/>
        </p:nvPicPr>
        <p:blipFill>
          <a:blip r:embed="rId4"/>
          <a:stretch/>
        </p:blipFill>
        <p:spPr>
          <a:xfrm>
            <a:off x="469080" y="2743200"/>
            <a:ext cx="1881000" cy="242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22"/>
          <p:cNvPicPr/>
          <p:nvPr/>
        </p:nvPicPr>
        <p:blipFill>
          <a:blip r:embed="rId1">
            <a:lum bright="70000" contrast="-70000"/>
          </a:blip>
          <a:srcRect l="1166" t="84947" r="91325" b="1708"/>
          <a:stretch/>
        </p:blipFill>
        <p:spPr>
          <a:xfrm>
            <a:off x="0" y="36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Picture 3"/>
          <p:cNvPicPr/>
          <p:nvPr/>
        </p:nvPicPr>
        <p:blipFill>
          <a:blip r:embed="rId2"/>
          <a:srcRect l="1668" t="84056" r="3775" b="864"/>
          <a:stretch/>
        </p:blipFill>
        <p:spPr>
          <a:xfrm>
            <a:off x="0" y="4681800"/>
            <a:ext cx="11521800" cy="103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Picture 15"/>
          <p:cNvPicPr/>
          <p:nvPr/>
        </p:nvPicPr>
        <p:blipFill>
          <a:blip r:embed="rId3"/>
          <a:srcRect l="50086" t="86143" r="43502" b="2967"/>
          <a:stretch/>
        </p:blipFill>
        <p:spPr>
          <a:xfrm>
            <a:off x="5943600" y="457200"/>
            <a:ext cx="95688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Picture 16"/>
          <p:cNvPicPr/>
          <p:nvPr/>
        </p:nvPicPr>
        <p:blipFill>
          <a:blip r:embed="rId4"/>
          <a:srcRect l="41063" t="84775" r="51430" b="1882"/>
          <a:stretch/>
        </p:blipFill>
        <p:spPr>
          <a:xfrm>
            <a:off x="5715360" y="45756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Picture 17"/>
          <p:cNvPicPr/>
          <p:nvPr/>
        </p:nvPicPr>
        <p:blipFill>
          <a:blip r:embed="rId5"/>
          <a:srcRect l="33190" t="84775" r="59303" b="1882"/>
          <a:stretch/>
        </p:blipFill>
        <p:spPr>
          <a:xfrm>
            <a:off x="5943960" y="45720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Picture 18"/>
          <p:cNvPicPr/>
          <p:nvPr/>
        </p:nvPicPr>
        <p:blipFill>
          <a:blip r:embed="rId6"/>
          <a:srcRect l="25208" t="84875" r="67285" b="1783"/>
          <a:stretch/>
        </p:blipFill>
        <p:spPr>
          <a:xfrm>
            <a:off x="5943600" y="45756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19"/>
          <p:cNvPicPr/>
          <p:nvPr/>
        </p:nvPicPr>
        <p:blipFill>
          <a:blip r:embed="rId7"/>
          <a:srcRect l="17447" t="84881" r="75048" b="1777"/>
          <a:stretch/>
        </p:blipFill>
        <p:spPr>
          <a:xfrm>
            <a:off x="5944320" y="228960"/>
            <a:ext cx="91368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20"/>
          <p:cNvPicPr/>
          <p:nvPr/>
        </p:nvPicPr>
        <p:blipFill>
          <a:blip r:embed="rId8"/>
          <a:srcRect l="9184" t="84875" r="83309" b="1783"/>
          <a:stretch/>
        </p:blipFill>
        <p:spPr>
          <a:xfrm>
            <a:off x="9830160" y="297180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Picture 21"/>
          <p:cNvPicPr/>
          <p:nvPr/>
        </p:nvPicPr>
        <p:blipFill>
          <a:blip r:embed="rId9"/>
          <a:srcRect l="1166" t="84947" r="91325" b="1708"/>
          <a:stretch/>
        </p:blipFill>
        <p:spPr>
          <a:xfrm>
            <a:off x="8001360" y="297180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Picture 5"/>
          <p:cNvPicPr/>
          <p:nvPr/>
        </p:nvPicPr>
        <p:blipFill>
          <a:blip r:embed="rId10"/>
          <a:srcRect l="58600" t="86143" r="35275" b="2967"/>
          <a:stretch/>
        </p:blipFill>
        <p:spPr>
          <a:xfrm>
            <a:off x="5943600" y="457200"/>
            <a:ext cx="91404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Picture 11"/>
          <p:cNvPicPr/>
          <p:nvPr/>
        </p:nvPicPr>
        <p:blipFill>
          <a:blip r:embed="rId11"/>
          <a:srcRect l="73936" t="86143" r="19938" b="2967"/>
          <a:stretch/>
        </p:blipFill>
        <p:spPr>
          <a:xfrm>
            <a:off x="5943600" y="457200"/>
            <a:ext cx="91404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Picture 13"/>
          <p:cNvPicPr/>
          <p:nvPr/>
        </p:nvPicPr>
        <p:blipFill>
          <a:blip r:embed="rId12"/>
          <a:srcRect l="66349" t="86143" r="27525" b="2967"/>
          <a:stretch/>
        </p:blipFill>
        <p:spPr>
          <a:xfrm>
            <a:off x="5943960" y="457200"/>
            <a:ext cx="91404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Picture 9"/>
          <p:cNvPicPr/>
          <p:nvPr/>
        </p:nvPicPr>
        <p:blipFill>
          <a:blip r:embed="rId13"/>
          <a:srcRect l="81835" t="86143" r="12040" b="2967"/>
          <a:stretch/>
        </p:blipFill>
        <p:spPr>
          <a:xfrm>
            <a:off x="5986440" y="457200"/>
            <a:ext cx="91404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14"/>
          <p:cNvPicPr/>
          <p:nvPr/>
        </p:nvPicPr>
        <p:blipFill>
          <a:blip r:embed="rId14"/>
          <a:srcRect l="89877" t="86143" r="3997" b="2967"/>
          <a:stretch/>
        </p:blipFill>
        <p:spPr>
          <a:xfrm>
            <a:off x="5943600" y="457200"/>
            <a:ext cx="914040" cy="91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Metadata/LabelInfo.xml><?xml version="1.0" encoding="utf-8"?>
<clbl:labelList xmlns:clbl="http://schemas.microsoft.com/office/2020/mipLabelMetadata">
  <clbl:label id="{56b665fc-95ee-4bc0-ba4f-93fdedf161ac}" enabled="0" method="" siteId="{56b665fc-95ee-4bc0-ba4f-93fdedf161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2057</TotalTime>
  <Application>LibreOffice/26.2.5.2$Linux_X86_64 LibreOffice_project/620$Build-2</Application>
  <AppVersion>15.0000</AppVersion>
  <Words>29</Words>
  <Paragraphs>11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2026-07-23T13:08:52Z</dcterms:created>
  <dc:creator>Dew, Dustin R CIV USSOCOM USASOC (USA)</dc:creator>
  <dc:description/>
  <dc:language>en-US</dc:language>
  <cp:lastModifiedBy/>
  <dcterms:modified xsi:type="dcterms:W3CDTF">2026-07-26T16:56:24Z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