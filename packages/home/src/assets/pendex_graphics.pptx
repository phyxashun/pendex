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3" r:id="rId2"/>
    <p:sldId id="256" r:id="rId3"/>
    <p:sldId id="257" r:id="rId4"/>
    <p:sldId id="258" r:id="rId5"/>
    <p:sldId id="262" r:id="rId6"/>
    <p:sldId id="259" r:id="rId7"/>
    <p:sldId id="260" r:id="rId8"/>
    <p:sldId id="261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9" pos="3840" userDrawn="1">
          <p15:clr>
            <a:srgbClr val="A4A3A4"/>
          </p15:clr>
        </p15:guide>
        <p15:guide id="42" orient="horz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1303"/>
    <a:srgbClr val="E0A750"/>
    <a:srgbClr val="562905"/>
    <a:srgbClr val="EDC484"/>
    <a:srgbClr val="FFEACA"/>
    <a:srgbClr val="F4DDB6"/>
    <a:srgbClr val="C86B25"/>
    <a:srgbClr val="6D7B82"/>
    <a:srgbClr val="AE855C"/>
    <a:srgbClr val="190F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03CD3F-EE2E-4F8C-9E0F-3E9C335976B3}" v="322" dt="2026-07-24T18:27:59.6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198" autoAdjust="0"/>
    <p:restoredTop sz="94660"/>
  </p:normalViewPr>
  <p:slideViewPr>
    <p:cSldViewPr showGuides="1">
      <p:cViewPr varScale="1">
        <p:scale>
          <a:sx n="90" d="100"/>
          <a:sy n="90" d="100"/>
        </p:scale>
        <p:origin x="114" y="30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w, Dustin R CIV USSOCOM USASOC (USA)" userId="0b41fa84-30e1-4368-bacd-5381e98ad4cb" providerId="ADAL" clId="{47FBDF83-5BE2-49C7-8F1C-E69E55D774C1}"/>
    <pc:docChg chg="undo custSel addSld modSld sldOrd">
      <pc:chgData name="Dew, Dustin R CIV USSOCOM USASOC (USA)" userId="0b41fa84-30e1-4368-bacd-5381e98ad4cb" providerId="ADAL" clId="{47FBDF83-5BE2-49C7-8F1C-E69E55D774C1}" dt="2026-07-24T18:49:47.642" v="1385" actId="478"/>
      <pc:docMkLst>
        <pc:docMk/>
      </pc:docMkLst>
      <pc:sldChg chg="addSp delSp modSp new mod">
        <pc:chgData name="Dew, Dustin R CIV USSOCOM USASOC (USA)" userId="0b41fa84-30e1-4368-bacd-5381e98ad4cb" providerId="ADAL" clId="{47FBDF83-5BE2-49C7-8F1C-E69E55D774C1}" dt="2026-07-23T15:14:55.801" v="1320" actId="14838"/>
        <pc:sldMkLst>
          <pc:docMk/>
          <pc:sldMk cId="2324704393" sldId="256"/>
        </pc:sldMkLst>
        <pc:spChg chg="del">
          <ac:chgData name="Dew, Dustin R CIV USSOCOM USASOC (USA)" userId="0b41fa84-30e1-4368-bacd-5381e98ad4cb" providerId="ADAL" clId="{47FBDF83-5BE2-49C7-8F1C-E69E55D774C1}" dt="2026-07-23T13:09:28.556" v="1" actId="478"/>
          <ac:spMkLst>
            <pc:docMk/>
            <pc:sldMk cId="2324704393" sldId="256"/>
            <ac:spMk id="2" creationId="{AB8E3FF3-7259-3662-2E93-2227305B0914}"/>
          </ac:spMkLst>
        </pc:spChg>
        <pc:spChg chg="del">
          <ac:chgData name="Dew, Dustin R CIV USSOCOM USASOC (USA)" userId="0b41fa84-30e1-4368-bacd-5381e98ad4cb" providerId="ADAL" clId="{47FBDF83-5BE2-49C7-8F1C-E69E55D774C1}" dt="2026-07-23T13:09:28.556" v="1" actId="478"/>
          <ac:spMkLst>
            <pc:docMk/>
            <pc:sldMk cId="2324704393" sldId="256"/>
            <ac:spMk id="3" creationId="{2CDA7F4A-634A-79ED-D9D3-4245B7AE648F}"/>
          </ac:spMkLst>
        </pc:spChg>
        <pc:spChg chg="del mod topLvl">
          <ac:chgData name="Dew, Dustin R CIV USSOCOM USASOC (USA)" userId="0b41fa84-30e1-4368-bacd-5381e98ad4cb" providerId="ADAL" clId="{47FBDF83-5BE2-49C7-8F1C-E69E55D774C1}" dt="2026-07-23T15:03:51.792" v="1144" actId="478"/>
          <ac:spMkLst>
            <pc:docMk/>
            <pc:sldMk cId="2324704393" sldId="256"/>
            <ac:spMk id="8" creationId="{9D4C738D-3938-44C9-F104-401794F93BAD}"/>
          </ac:spMkLst>
        </pc:spChg>
        <pc:spChg chg="del mod topLvl">
          <ac:chgData name="Dew, Dustin R CIV USSOCOM USASOC (USA)" userId="0b41fa84-30e1-4368-bacd-5381e98ad4cb" providerId="ADAL" clId="{47FBDF83-5BE2-49C7-8F1C-E69E55D774C1}" dt="2026-07-23T15:03:51.046" v="1143" actId="478"/>
          <ac:spMkLst>
            <pc:docMk/>
            <pc:sldMk cId="2324704393" sldId="256"/>
            <ac:spMk id="9" creationId="{705F65B6-8815-830C-40CA-D411ECA4D8C3}"/>
          </ac:spMkLst>
        </pc:spChg>
        <pc:spChg chg="add mod ord">
          <ac:chgData name="Dew, Dustin R CIV USSOCOM USASOC (USA)" userId="0b41fa84-30e1-4368-bacd-5381e98ad4cb" providerId="ADAL" clId="{47FBDF83-5BE2-49C7-8F1C-E69E55D774C1}" dt="2026-07-23T14:50:52.709" v="1137"/>
          <ac:spMkLst>
            <pc:docMk/>
            <pc:sldMk cId="2324704393" sldId="256"/>
            <ac:spMk id="10" creationId="{1DB2C05E-9343-3BC4-C0C3-5BD2FE29E07F}"/>
          </ac:spMkLst>
        </pc:spChg>
        <pc:spChg chg="add mod ord">
          <ac:chgData name="Dew, Dustin R CIV USSOCOM USASOC (USA)" userId="0b41fa84-30e1-4368-bacd-5381e98ad4cb" providerId="ADAL" clId="{47FBDF83-5BE2-49C7-8F1C-E69E55D774C1}" dt="2026-07-23T15:14:55.801" v="1320" actId="14838"/>
          <ac:spMkLst>
            <pc:docMk/>
            <pc:sldMk cId="2324704393" sldId="256"/>
            <ac:spMk id="11" creationId="{5A4D7390-005E-A410-FC2F-93D8E5110EC4}"/>
          </ac:spMkLst>
        </pc:spChg>
        <pc:spChg chg="add mod">
          <ac:chgData name="Dew, Dustin R CIV USSOCOM USASOC (USA)" userId="0b41fa84-30e1-4368-bacd-5381e98ad4cb" providerId="ADAL" clId="{47FBDF83-5BE2-49C7-8F1C-E69E55D774C1}" dt="2026-07-23T15:13:52.863" v="1300" actId="20577"/>
          <ac:spMkLst>
            <pc:docMk/>
            <pc:sldMk cId="2324704393" sldId="256"/>
            <ac:spMk id="12" creationId="{BC24AC7E-C9CC-D6DC-BFF3-1BA90043D557}"/>
          </ac:spMkLst>
        </pc:spChg>
        <pc:spChg chg="add mod">
          <ac:chgData name="Dew, Dustin R CIV USSOCOM USASOC (USA)" userId="0b41fa84-30e1-4368-bacd-5381e98ad4cb" providerId="ADAL" clId="{47FBDF83-5BE2-49C7-8F1C-E69E55D774C1}" dt="2026-07-23T15:14:38.961" v="1311" actId="14838"/>
          <ac:spMkLst>
            <pc:docMk/>
            <pc:sldMk cId="2324704393" sldId="256"/>
            <ac:spMk id="13" creationId="{A0200E05-E5F3-AF6D-4FDF-448BB9F6C061}"/>
          </ac:spMkLst>
        </pc:spChg>
        <pc:spChg chg="add mod ord">
          <ac:chgData name="Dew, Dustin R CIV USSOCOM USASOC (USA)" userId="0b41fa84-30e1-4368-bacd-5381e98ad4cb" providerId="ADAL" clId="{47FBDF83-5BE2-49C7-8F1C-E69E55D774C1}" dt="2026-07-23T15:13:37.244" v="1299" actId="1038"/>
          <ac:spMkLst>
            <pc:docMk/>
            <pc:sldMk cId="2324704393" sldId="256"/>
            <ac:spMk id="16" creationId="{DF50B1B4-1105-62A8-3193-28B5A2FEC7F6}"/>
          </ac:spMkLst>
        </pc:spChg>
        <pc:grpChg chg="add del mod">
          <ac:chgData name="Dew, Dustin R CIV USSOCOM USASOC (USA)" userId="0b41fa84-30e1-4368-bacd-5381e98ad4cb" providerId="ADAL" clId="{47FBDF83-5BE2-49C7-8F1C-E69E55D774C1}" dt="2026-07-23T14:28:43.271" v="811" actId="165"/>
          <ac:grpSpMkLst>
            <pc:docMk/>
            <pc:sldMk cId="2324704393" sldId="256"/>
            <ac:grpSpMk id="7" creationId="{B4DE31A5-779C-A0E0-B644-6C6EE023EE6D}"/>
          </ac:grpSpMkLst>
        </pc:grpChg>
        <pc:picChg chg="add del mod modCrop">
          <ac:chgData name="Dew, Dustin R CIV USSOCOM USASOC (USA)" userId="0b41fa84-30e1-4368-bacd-5381e98ad4cb" providerId="ADAL" clId="{47FBDF83-5BE2-49C7-8F1C-E69E55D774C1}" dt="2026-07-23T15:03:45.489" v="1141" actId="478"/>
          <ac:picMkLst>
            <pc:docMk/>
            <pc:sldMk cId="2324704393" sldId="256"/>
            <ac:picMk id="5" creationId="{A1D4775B-5F59-ED98-7F5E-CAC54E090A86}"/>
          </ac:picMkLst>
        </pc:picChg>
        <pc:picChg chg="add del mod">
          <ac:chgData name="Dew, Dustin R CIV USSOCOM USASOC (USA)" userId="0b41fa84-30e1-4368-bacd-5381e98ad4cb" providerId="ADAL" clId="{47FBDF83-5BE2-49C7-8F1C-E69E55D774C1}" dt="2026-07-23T13:20:43.414" v="11" actId="478"/>
          <ac:picMkLst>
            <pc:docMk/>
            <pc:sldMk cId="2324704393" sldId="256"/>
            <ac:picMk id="6" creationId="{E63672D9-C730-C5A9-2E02-AB91C79A56FF}"/>
          </ac:picMkLst>
        </pc:picChg>
        <pc:picChg chg="add mod ord modCrop">
          <ac:chgData name="Dew, Dustin R CIV USSOCOM USASOC (USA)" userId="0b41fa84-30e1-4368-bacd-5381e98ad4cb" providerId="ADAL" clId="{47FBDF83-5BE2-49C7-8F1C-E69E55D774C1}" dt="2026-07-23T15:06:12.829" v="1161"/>
          <ac:picMkLst>
            <pc:docMk/>
            <pc:sldMk cId="2324704393" sldId="256"/>
            <ac:picMk id="15" creationId="{740DAF9D-1BC5-ECBD-248B-B4C38DED26E6}"/>
          </ac:picMkLst>
        </pc:picChg>
        <pc:picChg chg="add del mod modCrop">
          <ac:chgData name="Dew, Dustin R CIV USSOCOM USASOC (USA)" userId="0b41fa84-30e1-4368-bacd-5381e98ad4cb" providerId="ADAL" clId="{47FBDF83-5BE2-49C7-8F1C-E69E55D774C1}" dt="2026-07-23T15:08:47.324" v="1204" actId="21"/>
          <ac:picMkLst>
            <pc:docMk/>
            <pc:sldMk cId="2324704393" sldId="256"/>
            <ac:picMk id="17" creationId="{46A8B591-9E71-50D8-5BF2-B2C309DA5480}"/>
          </ac:picMkLst>
        </pc:picChg>
        <pc:picChg chg="add del mod">
          <ac:chgData name="Dew, Dustin R CIV USSOCOM USASOC (USA)" userId="0b41fa84-30e1-4368-bacd-5381e98ad4cb" providerId="ADAL" clId="{47FBDF83-5BE2-49C7-8F1C-E69E55D774C1}" dt="2026-07-23T15:08:47.324" v="1204" actId="21"/>
          <ac:picMkLst>
            <pc:docMk/>
            <pc:sldMk cId="2324704393" sldId="256"/>
            <ac:picMk id="18" creationId="{44BA17A5-2D94-C723-F154-111C7E60EBA5}"/>
          </ac:picMkLst>
        </pc:picChg>
        <pc:picChg chg="add del mod">
          <ac:chgData name="Dew, Dustin R CIV USSOCOM USASOC (USA)" userId="0b41fa84-30e1-4368-bacd-5381e98ad4cb" providerId="ADAL" clId="{47FBDF83-5BE2-49C7-8F1C-E69E55D774C1}" dt="2026-07-23T15:08:47.324" v="1204" actId="21"/>
          <ac:picMkLst>
            <pc:docMk/>
            <pc:sldMk cId="2324704393" sldId="256"/>
            <ac:picMk id="19" creationId="{257AF4F0-ADFE-5A7B-8C4A-D2B4A20B0C94}"/>
          </ac:picMkLst>
        </pc:picChg>
        <pc:picChg chg="add del mod">
          <ac:chgData name="Dew, Dustin R CIV USSOCOM USASOC (USA)" userId="0b41fa84-30e1-4368-bacd-5381e98ad4cb" providerId="ADAL" clId="{47FBDF83-5BE2-49C7-8F1C-E69E55D774C1}" dt="2026-07-23T15:08:47.324" v="1204" actId="21"/>
          <ac:picMkLst>
            <pc:docMk/>
            <pc:sldMk cId="2324704393" sldId="256"/>
            <ac:picMk id="20" creationId="{002C1F0C-9138-7C13-75EC-8A9D400C65E0}"/>
          </ac:picMkLst>
        </pc:picChg>
        <pc:picChg chg="add del mod">
          <ac:chgData name="Dew, Dustin R CIV USSOCOM USASOC (USA)" userId="0b41fa84-30e1-4368-bacd-5381e98ad4cb" providerId="ADAL" clId="{47FBDF83-5BE2-49C7-8F1C-E69E55D774C1}" dt="2026-07-23T15:08:47.324" v="1204" actId="21"/>
          <ac:picMkLst>
            <pc:docMk/>
            <pc:sldMk cId="2324704393" sldId="256"/>
            <ac:picMk id="21" creationId="{F6440CDC-E5C2-63ED-B9C5-4F5A5A2AB561}"/>
          </ac:picMkLst>
        </pc:picChg>
        <pc:picChg chg="add del mod">
          <ac:chgData name="Dew, Dustin R CIV USSOCOM USASOC (USA)" userId="0b41fa84-30e1-4368-bacd-5381e98ad4cb" providerId="ADAL" clId="{47FBDF83-5BE2-49C7-8F1C-E69E55D774C1}" dt="2026-07-23T15:08:47.324" v="1204" actId="21"/>
          <ac:picMkLst>
            <pc:docMk/>
            <pc:sldMk cId="2324704393" sldId="256"/>
            <ac:picMk id="22" creationId="{1BE2A44D-A48D-FEF6-EFE3-A3D56B42199F}"/>
          </ac:picMkLst>
        </pc:picChg>
        <pc:picChg chg="add del mod">
          <ac:chgData name="Dew, Dustin R CIV USSOCOM USASOC (USA)" userId="0b41fa84-30e1-4368-bacd-5381e98ad4cb" providerId="ADAL" clId="{47FBDF83-5BE2-49C7-8F1C-E69E55D774C1}" dt="2026-07-23T15:08:47.324" v="1204" actId="21"/>
          <ac:picMkLst>
            <pc:docMk/>
            <pc:sldMk cId="2324704393" sldId="256"/>
            <ac:picMk id="23" creationId="{AFB48D01-EA1C-8AF9-BA7B-AA2000DAA4BC}"/>
          </ac:picMkLst>
        </pc:picChg>
        <pc:picChg chg="add del mod">
          <ac:chgData name="Dew, Dustin R CIV USSOCOM USASOC (USA)" userId="0b41fa84-30e1-4368-bacd-5381e98ad4cb" providerId="ADAL" clId="{47FBDF83-5BE2-49C7-8F1C-E69E55D774C1}" dt="2026-07-23T15:08:47.324" v="1204" actId="21"/>
          <ac:picMkLst>
            <pc:docMk/>
            <pc:sldMk cId="2324704393" sldId="256"/>
            <ac:picMk id="24" creationId="{701E0FF5-D704-A83D-6FC6-FCF612CFD036}"/>
          </ac:picMkLst>
        </pc:picChg>
        <pc:picChg chg="add del mod">
          <ac:chgData name="Dew, Dustin R CIV USSOCOM USASOC (USA)" userId="0b41fa84-30e1-4368-bacd-5381e98ad4cb" providerId="ADAL" clId="{47FBDF83-5BE2-49C7-8F1C-E69E55D774C1}" dt="2026-07-23T15:08:47.324" v="1204" actId="21"/>
          <ac:picMkLst>
            <pc:docMk/>
            <pc:sldMk cId="2324704393" sldId="256"/>
            <ac:picMk id="25" creationId="{75742811-2230-AE17-E730-6C1D666CEBD7}"/>
          </ac:picMkLst>
        </pc:picChg>
        <pc:picChg chg="add mod">
          <ac:chgData name="Dew, Dustin R CIV USSOCOM USASOC (USA)" userId="0b41fa84-30e1-4368-bacd-5381e98ad4cb" providerId="ADAL" clId="{47FBDF83-5BE2-49C7-8F1C-E69E55D774C1}" dt="2026-07-23T15:09:14.486" v="1212" actId="14100"/>
          <ac:picMkLst>
            <pc:docMk/>
            <pc:sldMk cId="2324704393" sldId="256"/>
            <ac:picMk id="27" creationId="{E72B8E40-E7D7-E05D-9E97-BF5CD4C9E408}"/>
          </ac:picMkLst>
        </pc:picChg>
      </pc:sldChg>
      <pc:sldChg chg="addSp delSp modSp new mod">
        <pc:chgData name="Dew, Dustin R CIV USSOCOM USASOC (USA)" userId="0b41fa84-30e1-4368-bacd-5381e98ad4cb" providerId="ADAL" clId="{47FBDF83-5BE2-49C7-8F1C-E69E55D774C1}" dt="2026-07-24T18:28:27.174" v="1366" actId="478"/>
        <pc:sldMkLst>
          <pc:docMk/>
          <pc:sldMk cId="606524099" sldId="257"/>
        </pc:sldMkLst>
        <pc:spChg chg="del">
          <ac:chgData name="Dew, Dustin R CIV USSOCOM USASOC (USA)" userId="0b41fa84-30e1-4368-bacd-5381e98ad4cb" providerId="ADAL" clId="{47FBDF83-5BE2-49C7-8F1C-E69E55D774C1}" dt="2026-07-23T13:20:52.712" v="14" actId="478"/>
          <ac:spMkLst>
            <pc:docMk/>
            <pc:sldMk cId="606524099" sldId="257"/>
            <ac:spMk id="2" creationId="{8E01BC13-6CEF-2931-3886-3A940820223B}"/>
          </ac:spMkLst>
        </pc:spChg>
        <pc:spChg chg="del">
          <ac:chgData name="Dew, Dustin R CIV USSOCOM USASOC (USA)" userId="0b41fa84-30e1-4368-bacd-5381e98ad4cb" providerId="ADAL" clId="{47FBDF83-5BE2-49C7-8F1C-E69E55D774C1}" dt="2026-07-23T13:20:52.712" v="14" actId="478"/>
          <ac:spMkLst>
            <pc:docMk/>
            <pc:sldMk cId="606524099" sldId="257"/>
            <ac:spMk id="3" creationId="{99F04CBD-8259-DD6B-FED5-BDFA39439351}"/>
          </ac:spMkLst>
        </pc:spChg>
        <pc:spChg chg="mod topLvl">
          <ac:chgData name="Dew, Dustin R CIV USSOCOM USASOC (USA)" userId="0b41fa84-30e1-4368-bacd-5381e98ad4cb" providerId="ADAL" clId="{47FBDF83-5BE2-49C7-8F1C-E69E55D774C1}" dt="2026-07-23T14:24:15.022" v="789"/>
          <ac:spMkLst>
            <pc:docMk/>
            <pc:sldMk cId="606524099" sldId="257"/>
            <ac:spMk id="7" creationId="{ACA99393-822C-0D54-8F97-8675D0180886}"/>
          </ac:spMkLst>
        </pc:spChg>
        <pc:spChg chg="mod topLvl">
          <ac:chgData name="Dew, Dustin R CIV USSOCOM USASOC (USA)" userId="0b41fa84-30e1-4368-bacd-5381e98ad4cb" providerId="ADAL" clId="{47FBDF83-5BE2-49C7-8F1C-E69E55D774C1}" dt="2026-07-23T14:24:15.022" v="789"/>
          <ac:spMkLst>
            <pc:docMk/>
            <pc:sldMk cId="606524099" sldId="257"/>
            <ac:spMk id="8" creationId="{3F15949A-BCA4-A0BC-8FCA-A8E20921064A}"/>
          </ac:spMkLst>
        </pc:spChg>
        <pc:spChg chg="add del mod">
          <ac:chgData name="Dew, Dustin R CIV USSOCOM USASOC (USA)" userId="0b41fa84-30e1-4368-bacd-5381e98ad4cb" providerId="ADAL" clId="{47FBDF83-5BE2-49C7-8F1C-E69E55D774C1}" dt="2026-07-23T14:04:35.970" v="491" actId="478"/>
          <ac:spMkLst>
            <pc:docMk/>
            <pc:sldMk cId="606524099" sldId="257"/>
            <ac:spMk id="9" creationId="{BA8B2DCF-6766-9DDF-70E7-6A418397A0C7}"/>
          </ac:spMkLst>
        </pc:spChg>
        <pc:spChg chg="add del mod">
          <ac:chgData name="Dew, Dustin R CIV USSOCOM USASOC (USA)" userId="0b41fa84-30e1-4368-bacd-5381e98ad4cb" providerId="ADAL" clId="{47FBDF83-5BE2-49C7-8F1C-E69E55D774C1}" dt="2026-07-23T14:04:37.702" v="492" actId="478"/>
          <ac:spMkLst>
            <pc:docMk/>
            <pc:sldMk cId="606524099" sldId="257"/>
            <ac:spMk id="10" creationId="{5D904BC0-F3AD-50D3-E990-AE542EB3A7DD}"/>
          </ac:spMkLst>
        </pc:spChg>
        <pc:spChg chg="add del mod modVis">
          <ac:chgData name="Dew, Dustin R CIV USSOCOM USASOC (USA)" userId="0b41fa84-30e1-4368-bacd-5381e98ad4cb" providerId="ADAL" clId="{47FBDF83-5BE2-49C7-8F1C-E69E55D774C1}" dt="2026-07-23T14:21:58.128" v="775" actId="478"/>
          <ac:spMkLst>
            <pc:docMk/>
            <pc:sldMk cId="606524099" sldId="257"/>
            <ac:spMk id="11" creationId="{567E6153-FAF3-D37E-368B-DD3E1C2F70D5}"/>
          </ac:spMkLst>
        </pc:spChg>
        <pc:spChg chg="add del mod ord">
          <ac:chgData name="Dew, Dustin R CIV USSOCOM USASOC (USA)" userId="0b41fa84-30e1-4368-bacd-5381e98ad4cb" providerId="ADAL" clId="{47FBDF83-5BE2-49C7-8F1C-E69E55D774C1}" dt="2026-07-24T18:27:52.437" v="1364"/>
          <ac:spMkLst>
            <pc:docMk/>
            <pc:sldMk cId="606524099" sldId="257"/>
            <ac:spMk id="12" creationId="{8F3A49B8-9C05-4A98-BE4E-69177CE0914D}"/>
          </ac:spMkLst>
        </pc:spChg>
        <pc:spChg chg="add mod ord">
          <ac:chgData name="Dew, Dustin R CIV USSOCOM USASOC (USA)" userId="0b41fa84-30e1-4368-bacd-5381e98ad4cb" providerId="ADAL" clId="{47FBDF83-5BE2-49C7-8F1C-E69E55D774C1}" dt="2026-07-23T14:24:16.918" v="792"/>
          <ac:spMkLst>
            <pc:docMk/>
            <pc:sldMk cId="606524099" sldId="257"/>
            <ac:spMk id="13" creationId="{A8A93CE2-BA14-6C1C-C328-82C68355FD47}"/>
          </ac:spMkLst>
        </pc:spChg>
        <pc:spChg chg="add mod ord">
          <ac:chgData name="Dew, Dustin R CIV USSOCOM USASOC (USA)" userId="0b41fa84-30e1-4368-bacd-5381e98ad4cb" providerId="ADAL" clId="{47FBDF83-5BE2-49C7-8F1C-E69E55D774C1}" dt="2026-07-23T14:24:16.918" v="792"/>
          <ac:spMkLst>
            <pc:docMk/>
            <pc:sldMk cId="606524099" sldId="257"/>
            <ac:spMk id="14" creationId="{7F6A3B21-D837-40B0-772D-19A92946B542}"/>
          </ac:spMkLst>
        </pc:spChg>
        <pc:spChg chg="add mod ord">
          <ac:chgData name="Dew, Dustin R CIV USSOCOM USASOC (USA)" userId="0b41fa84-30e1-4368-bacd-5381e98ad4cb" providerId="ADAL" clId="{47FBDF83-5BE2-49C7-8F1C-E69E55D774C1}" dt="2026-07-23T14:24:16.918" v="792"/>
          <ac:spMkLst>
            <pc:docMk/>
            <pc:sldMk cId="606524099" sldId="257"/>
            <ac:spMk id="15" creationId="{BBFB03A7-2F16-4B10-5F58-ACFE5AC675D3}"/>
          </ac:spMkLst>
        </pc:spChg>
        <pc:spChg chg="add mod ord">
          <ac:chgData name="Dew, Dustin R CIV USSOCOM USASOC (USA)" userId="0b41fa84-30e1-4368-bacd-5381e98ad4cb" providerId="ADAL" clId="{47FBDF83-5BE2-49C7-8F1C-E69E55D774C1}" dt="2026-07-23T14:24:16.918" v="792"/>
          <ac:spMkLst>
            <pc:docMk/>
            <pc:sldMk cId="606524099" sldId="257"/>
            <ac:spMk id="16" creationId="{3B06F31D-3B2F-F024-5A88-D7D96184C508}"/>
          </ac:spMkLst>
        </pc:spChg>
        <pc:spChg chg="add mod">
          <ac:chgData name="Dew, Dustin R CIV USSOCOM USASOC (USA)" userId="0b41fa84-30e1-4368-bacd-5381e98ad4cb" providerId="ADAL" clId="{47FBDF83-5BE2-49C7-8F1C-E69E55D774C1}" dt="2026-07-23T14:24:15.734" v="790"/>
          <ac:spMkLst>
            <pc:docMk/>
            <pc:sldMk cId="606524099" sldId="257"/>
            <ac:spMk id="17" creationId="{7440769D-C4E9-140D-73D9-5BC189C36BA4}"/>
          </ac:spMkLst>
        </pc:spChg>
        <pc:spChg chg="add mod">
          <ac:chgData name="Dew, Dustin R CIV USSOCOM USASOC (USA)" userId="0b41fa84-30e1-4368-bacd-5381e98ad4cb" providerId="ADAL" clId="{47FBDF83-5BE2-49C7-8F1C-E69E55D774C1}" dt="2026-07-23T14:24:16.480" v="791"/>
          <ac:spMkLst>
            <pc:docMk/>
            <pc:sldMk cId="606524099" sldId="257"/>
            <ac:spMk id="18" creationId="{1F083497-F43F-43D3-2675-729FF856A2B4}"/>
          </ac:spMkLst>
        </pc:spChg>
        <pc:spChg chg="add mod">
          <ac:chgData name="Dew, Dustin R CIV USSOCOM USASOC (USA)" userId="0b41fa84-30e1-4368-bacd-5381e98ad4cb" providerId="ADAL" clId="{47FBDF83-5BE2-49C7-8F1C-E69E55D774C1}" dt="2026-07-23T14:24:16.480" v="791"/>
          <ac:spMkLst>
            <pc:docMk/>
            <pc:sldMk cId="606524099" sldId="257"/>
            <ac:spMk id="19" creationId="{464F92EF-605A-B10F-0229-455D974369BD}"/>
          </ac:spMkLst>
        </pc:spChg>
        <pc:spChg chg="add mod">
          <ac:chgData name="Dew, Dustin R CIV USSOCOM USASOC (USA)" userId="0b41fa84-30e1-4368-bacd-5381e98ad4cb" providerId="ADAL" clId="{47FBDF83-5BE2-49C7-8F1C-E69E55D774C1}" dt="2026-07-23T14:24:16.480" v="791"/>
          <ac:spMkLst>
            <pc:docMk/>
            <pc:sldMk cId="606524099" sldId="257"/>
            <ac:spMk id="20" creationId="{D7664900-8B66-4048-EC33-31A72EA9E504}"/>
          </ac:spMkLst>
        </pc:spChg>
        <pc:spChg chg="add mod">
          <ac:chgData name="Dew, Dustin R CIV USSOCOM USASOC (USA)" userId="0b41fa84-30e1-4368-bacd-5381e98ad4cb" providerId="ADAL" clId="{47FBDF83-5BE2-49C7-8F1C-E69E55D774C1}" dt="2026-07-23T14:24:16.480" v="791"/>
          <ac:spMkLst>
            <pc:docMk/>
            <pc:sldMk cId="606524099" sldId="257"/>
            <ac:spMk id="21" creationId="{BA2A02AA-6DEA-48A7-1811-9CD79C6821A3}"/>
          </ac:spMkLst>
        </pc:spChg>
        <pc:spChg chg="add mod">
          <ac:chgData name="Dew, Dustin R CIV USSOCOM USASOC (USA)" userId="0b41fa84-30e1-4368-bacd-5381e98ad4cb" providerId="ADAL" clId="{47FBDF83-5BE2-49C7-8F1C-E69E55D774C1}" dt="2026-07-23T14:24:16.480" v="791"/>
          <ac:spMkLst>
            <pc:docMk/>
            <pc:sldMk cId="606524099" sldId="257"/>
            <ac:spMk id="22" creationId="{E4E039F6-92E9-24B2-7F8C-74FE3214C24B}"/>
          </ac:spMkLst>
        </pc:spChg>
        <pc:spChg chg="add mod">
          <ac:chgData name="Dew, Dustin R CIV USSOCOM USASOC (USA)" userId="0b41fa84-30e1-4368-bacd-5381e98ad4cb" providerId="ADAL" clId="{47FBDF83-5BE2-49C7-8F1C-E69E55D774C1}" dt="2026-07-23T14:24:16.480" v="791"/>
          <ac:spMkLst>
            <pc:docMk/>
            <pc:sldMk cId="606524099" sldId="257"/>
            <ac:spMk id="23" creationId="{E9242FAF-5124-46A9-8158-1976BFF3918A}"/>
          </ac:spMkLst>
        </pc:spChg>
        <pc:spChg chg="add mod">
          <ac:chgData name="Dew, Dustin R CIV USSOCOM USASOC (USA)" userId="0b41fa84-30e1-4368-bacd-5381e98ad4cb" providerId="ADAL" clId="{47FBDF83-5BE2-49C7-8F1C-E69E55D774C1}" dt="2026-07-23T14:24:16.480" v="791"/>
          <ac:spMkLst>
            <pc:docMk/>
            <pc:sldMk cId="606524099" sldId="257"/>
            <ac:spMk id="24" creationId="{3028C9BE-1AF0-E571-105D-65DCEA710B2F}"/>
          </ac:spMkLst>
        </pc:spChg>
        <pc:spChg chg="add del">
          <ac:chgData name="Dew, Dustin R CIV USSOCOM USASOC (USA)" userId="0b41fa84-30e1-4368-bacd-5381e98ad4cb" providerId="ADAL" clId="{47FBDF83-5BE2-49C7-8F1C-E69E55D774C1}" dt="2026-07-23T14:09:21.703" v="544" actId="22"/>
          <ac:spMkLst>
            <pc:docMk/>
            <pc:sldMk cId="606524099" sldId="257"/>
            <ac:spMk id="27" creationId="{38B38219-F21C-A66D-D2A8-CC373AB8B454}"/>
          </ac:spMkLst>
        </pc:spChg>
        <pc:spChg chg="add mod ord">
          <ac:chgData name="Dew, Dustin R CIV USSOCOM USASOC (USA)" userId="0b41fa84-30e1-4368-bacd-5381e98ad4cb" providerId="ADAL" clId="{47FBDF83-5BE2-49C7-8F1C-E69E55D774C1}" dt="2026-07-23T14:24:17.382" v="793"/>
          <ac:spMkLst>
            <pc:docMk/>
            <pc:sldMk cId="606524099" sldId="257"/>
            <ac:spMk id="28" creationId="{A8C0C5A4-40BC-4779-3834-4B6CA21BE975}"/>
          </ac:spMkLst>
        </pc:spChg>
        <pc:spChg chg="add mod">
          <ac:chgData name="Dew, Dustin R CIV USSOCOM USASOC (USA)" userId="0b41fa84-30e1-4368-bacd-5381e98ad4cb" providerId="ADAL" clId="{47FBDF83-5BE2-49C7-8F1C-E69E55D774C1}" dt="2026-07-23T14:24:17.382" v="793"/>
          <ac:spMkLst>
            <pc:docMk/>
            <pc:sldMk cId="606524099" sldId="257"/>
            <ac:spMk id="29" creationId="{D6A462E8-0F1E-2812-C310-CAD02E37E599}"/>
          </ac:spMkLst>
        </pc:spChg>
        <pc:spChg chg="add mod">
          <ac:chgData name="Dew, Dustin R CIV USSOCOM USASOC (USA)" userId="0b41fa84-30e1-4368-bacd-5381e98ad4cb" providerId="ADAL" clId="{47FBDF83-5BE2-49C7-8F1C-E69E55D774C1}" dt="2026-07-23T14:24:17.382" v="793"/>
          <ac:spMkLst>
            <pc:docMk/>
            <pc:sldMk cId="606524099" sldId="257"/>
            <ac:spMk id="30" creationId="{4BBA8561-DE32-B1D3-8A95-2F64EEE04B33}"/>
          </ac:spMkLst>
        </pc:spChg>
        <pc:spChg chg="add mod">
          <ac:chgData name="Dew, Dustin R CIV USSOCOM USASOC (USA)" userId="0b41fa84-30e1-4368-bacd-5381e98ad4cb" providerId="ADAL" clId="{47FBDF83-5BE2-49C7-8F1C-E69E55D774C1}" dt="2026-07-23T14:24:17.382" v="793"/>
          <ac:spMkLst>
            <pc:docMk/>
            <pc:sldMk cId="606524099" sldId="257"/>
            <ac:spMk id="31" creationId="{3C6B1BE3-47CC-F46B-7F58-AC53DC7AA6F3}"/>
          </ac:spMkLst>
        </pc:spChg>
        <pc:spChg chg="add mod ord">
          <ac:chgData name="Dew, Dustin R CIV USSOCOM USASOC (USA)" userId="0b41fa84-30e1-4368-bacd-5381e98ad4cb" providerId="ADAL" clId="{47FBDF83-5BE2-49C7-8F1C-E69E55D774C1}" dt="2026-07-23T14:24:16.480" v="791"/>
          <ac:spMkLst>
            <pc:docMk/>
            <pc:sldMk cId="606524099" sldId="257"/>
            <ac:spMk id="32" creationId="{4880D27B-2BE0-9970-C1D1-5A60AD929453}"/>
          </ac:spMkLst>
        </pc:spChg>
        <pc:spChg chg="add del">
          <ac:chgData name="Dew, Dustin R CIV USSOCOM USASOC (USA)" userId="0b41fa84-30e1-4368-bacd-5381e98ad4cb" providerId="ADAL" clId="{47FBDF83-5BE2-49C7-8F1C-E69E55D774C1}" dt="2026-07-24T18:28:27.174" v="1366" actId="478"/>
          <ac:spMkLst>
            <pc:docMk/>
            <pc:sldMk cId="606524099" sldId="257"/>
            <ac:spMk id="39" creationId="{172A7D84-66B2-4A4F-0D93-034DC6CC6DE4}"/>
          </ac:spMkLst>
        </pc:spChg>
        <pc:grpChg chg="add del mod">
          <ac:chgData name="Dew, Dustin R CIV USSOCOM USASOC (USA)" userId="0b41fa84-30e1-4368-bacd-5381e98ad4cb" providerId="ADAL" clId="{47FBDF83-5BE2-49C7-8F1C-E69E55D774C1}" dt="2026-07-23T14:22:03.933" v="776" actId="165"/>
          <ac:grpSpMkLst>
            <pc:docMk/>
            <pc:sldMk cId="606524099" sldId="257"/>
            <ac:grpSpMk id="6" creationId="{2FB54429-10E9-E6A7-FB0F-325048AADA73}"/>
          </ac:grpSpMkLst>
        </pc:grpChg>
        <pc:grpChg chg="add mod">
          <ac:chgData name="Dew, Dustin R CIV USSOCOM USASOC (USA)" userId="0b41fa84-30e1-4368-bacd-5381e98ad4cb" providerId="ADAL" clId="{47FBDF83-5BE2-49C7-8F1C-E69E55D774C1}" dt="2026-07-23T14:19:40.968" v="758" actId="164"/>
          <ac:grpSpMkLst>
            <pc:docMk/>
            <pc:sldMk cId="606524099" sldId="257"/>
            <ac:grpSpMk id="33" creationId="{1607D575-B8CE-53E2-88A8-C44D923C2751}"/>
          </ac:grpSpMkLst>
        </pc:grpChg>
        <pc:grpChg chg="add mod">
          <ac:chgData name="Dew, Dustin R CIV USSOCOM USASOC (USA)" userId="0b41fa84-30e1-4368-bacd-5381e98ad4cb" providerId="ADAL" clId="{47FBDF83-5BE2-49C7-8F1C-E69E55D774C1}" dt="2026-07-23T14:24:16.480" v="791"/>
          <ac:grpSpMkLst>
            <pc:docMk/>
            <pc:sldMk cId="606524099" sldId="257"/>
            <ac:grpSpMk id="34" creationId="{436A5661-E267-93BF-5028-713EA8D44D07}"/>
          </ac:grpSpMkLst>
        </pc:grpChg>
        <pc:grpChg chg="add mod">
          <ac:chgData name="Dew, Dustin R CIV USSOCOM USASOC (USA)" userId="0b41fa84-30e1-4368-bacd-5381e98ad4cb" providerId="ADAL" clId="{47FBDF83-5BE2-49C7-8F1C-E69E55D774C1}" dt="2026-07-23T14:24:16.918" v="792"/>
          <ac:grpSpMkLst>
            <pc:docMk/>
            <pc:sldMk cId="606524099" sldId="257"/>
            <ac:grpSpMk id="35" creationId="{B57FDE72-2EC8-455D-3BA7-CEDD0588B969}"/>
          </ac:grpSpMkLst>
        </pc:grpChg>
        <pc:grpChg chg="add mod">
          <ac:chgData name="Dew, Dustin R CIV USSOCOM USASOC (USA)" userId="0b41fa84-30e1-4368-bacd-5381e98ad4cb" providerId="ADAL" clId="{47FBDF83-5BE2-49C7-8F1C-E69E55D774C1}" dt="2026-07-23T14:24:17.382" v="793"/>
          <ac:grpSpMkLst>
            <pc:docMk/>
            <pc:sldMk cId="606524099" sldId="257"/>
            <ac:grpSpMk id="36" creationId="{3B879DFA-A72A-2346-7397-4D5F8CDBC3C5}"/>
          </ac:grpSpMkLst>
        </pc:grpChg>
        <pc:grpChg chg="add mod">
          <ac:chgData name="Dew, Dustin R CIV USSOCOM USASOC (USA)" userId="0b41fa84-30e1-4368-bacd-5381e98ad4cb" providerId="ADAL" clId="{47FBDF83-5BE2-49C7-8F1C-E69E55D774C1}" dt="2026-07-23T14:24:15.022" v="789"/>
          <ac:grpSpMkLst>
            <pc:docMk/>
            <pc:sldMk cId="606524099" sldId="257"/>
            <ac:grpSpMk id="37" creationId="{6D0558D2-82CB-51B7-F58F-60E816816515}"/>
          </ac:grpSpMkLst>
        </pc:grpChg>
        <pc:picChg chg="add del mod">
          <ac:chgData name="Dew, Dustin R CIV USSOCOM USASOC (USA)" userId="0b41fa84-30e1-4368-bacd-5381e98ad4cb" providerId="ADAL" clId="{47FBDF83-5BE2-49C7-8F1C-E69E55D774C1}" dt="2026-07-23T13:20:52.712" v="14" actId="478"/>
          <ac:picMkLst>
            <pc:docMk/>
            <pc:sldMk cId="606524099" sldId="257"/>
            <ac:picMk id="4" creationId="{DB53A93B-77B7-BE69-6B59-8E10F0BC1518}"/>
          </ac:picMkLst>
        </pc:picChg>
        <pc:picChg chg="add mod modVis modCrop">
          <ac:chgData name="Dew, Dustin R CIV USSOCOM USASOC (USA)" userId="0b41fa84-30e1-4368-bacd-5381e98ad4cb" providerId="ADAL" clId="{47FBDF83-5BE2-49C7-8F1C-E69E55D774C1}" dt="2026-07-23T14:22:21.388" v="779" actId="14430"/>
          <ac:picMkLst>
            <pc:docMk/>
            <pc:sldMk cId="606524099" sldId="257"/>
            <ac:picMk id="5" creationId="{E5217082-9ED2-90CC-7FD1-225F32258718}"/>
          </ac:picMkLst>
        </pc:picChg>
        <pc:picChg chg="add mod modCrop">
          <ac:chgData name="Dew, Dustin R CIV USSOCOM USASOC (USA)" userId="0b41fa84-30e1-4368-bacd-5381e98ad4cb" providerId="ADAL" clId="{47FBDF83-5BE2-49C7-8F1C-E69E55D774C1}" dt="2026-07-23T14:08:02.936" v="542" actId="732"/>
          <ac:picMkLst>
            <pc:docMk/>
            <pc:sldMk cId="606524099" sldId="257"/>
            <ac:picMk id="25" creationId="{4A795CDB-BF56-EDDB-90C8-9F3151FF5B8A}"/>
          </ac:picMkLst>
        </pc:picChg>
      </pc:sldChg>
      <pc:sldChg chg="addSp delSp modSp new mod">
        <pc:chgData name="Dew, Dustin R CIV USSOCOM USASOC (USA)" userId="0b41fa84-30e1-4368-bacd-5381e98ad4cb" providerId="ADAL" clId="{47FBDF83-5BE2-49C7-8F1C-E69E55D774C1}" dt="2026-07-23T14:26:47.473" v="807" actId="962"/>
        <pc:sldMkLst>
          <pc:docMk/>
          <pc:sldMk cId="3270334219" sldId="258"/>
        </pc:sldMkLst>
        <pc:spChg chg="del">
          <ac:chgData name="Dew, Dustin R CIV USSOCOM USASOC (USA)" userId="0b41fa84-30e1-4368-bacd-5381e98ad4cb" providerId="ADAL" clId="{47FBDF83-5BE2-49C7-8F1C-E69E55D774C1}" dt="2026-07-23T13:20:57.459" v="16" actId="478"/>
          <ac:spMkLst>
            <pc:docMk/>
            <pc:sldMk cId="3270334219" sldId="258"/>
            <ac:spMk id="2" creationId="{CC2A9296-4741-BB7E-A20F-F98B28D9F2FF}"/>
          </ac:spMkLst>
        </pc:spChg>
        <pc:spChg chg="del">
          <ac:chgData name="Dew, Dustin R CIV USSOCOM USASOC (USA)" userId="0b41fa84-30e1-4368-bacd-5381e98ad4cb" providerId="ADAL" clId="{47FBDF83-5BE2-49C7-8F1C-E69E55D774C1}" dt="2026-07-23T13:20:57.459" v="16" actId="478"/>
          <ac:spMkLst>
            <pc:docMk/>
            <pc:sldMk cId="3270334219" sldId="258"/>
            <ac:spMk id="3" creationId="{00F51E6E-321D-360B-EA2D-5E25F8FB5C4E}"/>
          </ac:spMkLst>
        </pc:spChg>
        <pc:spChg chg="add mod">
          <ac:chgData name="Dew, Dustin R CIV USSOCOM USASOC (USA)" userId="0b41fa84-30e1-4368-bacd-5381e98ad4cb" providerId="ADAL" clId="{47FBDF83-5BE2-49C7-8F1C-E69E55D774C1}" dt="2026-07-23T14:25:24.753" v="800" actId="962"/>
          <ac:spMkLst>
            <pc:docMk/>
            <pc:sldMk cId="3270334219" sldId="258"/>
            <ac:spMk id="5" creationId="{D65F6CA3-0854-70A5-6E63-2BF0D5194A89}"/>
          </ac:spMkLst>
        </pc:spChg>
        <pc:spChg chg="add mod">
          <ac:chgData name="Dew, Dustin R CIV USSOCOM USASOC (USA)" userId="0b41fa84-30e1-4368-bacd-5381e98ad4cb" providerId="ADAL" clId="{47FBDF83-5BE2-49C7-8F1C-E69E55D774C1}" dt="2026-07-23T14:25:32.813" v="801" actId="962"/>
          <ac:spMkLst>
            <pc:docMk/>
            <pc:sldMk cId="3270334219" sldId="258"/>
            <ac:spMk id="6" creationId="{0A7EC04F-372A-6F7F-4121-74F397E4A5D0}"/>
          </ac:spMkLst>
        </pc:spChg>
        <pc:spChg chg="add del mod">
          <ac:chgData name="Dew, Dustin R CIV USSOCOM USASOC (USA)" userId="0b41fa84-30e1-4368-bacd-5381e98ad4cb" providerId="ADAL" clId="{47FBDF83-5BE2-49C7-8F1C-E69E55D774C1}" dt="2026-07-23T13:49:24.636" v="255" actId="478"/>
          <ac:spMkLst>
            <pc:docMk/>
            <pc:sldMk cId="3270334219" sldId="258"/>
            <ac:spMk id="7" creationId="{DF4ADD9B-5516-43A3-4937-216686D71F35}"/>
          </ac:spMkLst>
        </pc:spChg>
        <pc:spChg chg="add del mod">
          <ac:chgData name="Dew, Dustin R CIV USSOCOM USASOC (USA)" userId="0b41fa84-30e1-4368-bacd-5381e98ad4cb" providerId="ADAL" clId="{47FBDF83-5BE2-49C7-8F1C-E69E55D774C1}" dt="2026-07-23T13:50:30.747" v="273" actId="478"/>
          <ac:spMkLst>
            <pc:docMk/>
            <pc:sldMk cId="3270334219" sldId="258"/>
            <ac:spMk id="8" creationId="{0EE478E1-6FA5-19A0-F13A-74BFB3F062F9}"/>
          </ac:spMkLst>
        </pc:spChg>
        <pc:spChg chg="add del mod">
          <ac:chgData name="Dew, Dustin R CIV USSOCOM USASOC (USA)" userId="0b41fa84-30e1-4368-bacd-5381e98ad4cb" providerId="ADAL" clId="{47FBDF83-5BE2-49C7-8F1C-E69E55D774C1}" dt="2026-07-23T13:51:33.759" v="290" actId="478"/>
          <ac:spMkLst>
            <pc:docMk/>
            <pc:sldMk cId="3270334219" sldId="258"/>
            <ac:spMk id="9" creationId="{5A595BDA-E288-CF0F-85AD-9945D63623E0}"/>
          </ac:spMkLst>
        </pc:spChg>
        <pc:spChg chg="mod topLvl">
          <ac:chgData name="Dew, Dustin R CIV USSOCOM USASOC (USA)" userId="0b41fa84-30e1-4368-bacd-5381e98ad4cb" providerId="ADAL" clId="{47FBDF83-5BE2-49C7-8F1C-E69E55D774C1}" dt="2026-07-23T14:26:37.655" v="806" actId="164"/>
          <ac:spMkLst>
            <pc:docMk/>
            <pc:sldMk cId="3270334219" sldId="258"/>
            <ac:spMk id="12" creationId="{2B7F35ED-598C-602C-7897-7D615A1AA052}"/>
          </ac:spMkLst>
        </pc:spChg>
        <pc:spChg chg="mod topLvl">
          <ac:chgData name="Dew, Dustin R CIV USSOCOM USASOC (USA)" userId="0b41fa84-30e1-4368-bacd-5381e98ad4cb" providerId="ADAL" clId="{47FBDF83-5BE2-49C7-8F1C-E69E55D774C1}" dt="2026-07-23T14:26:37.655" v="806" actId="164"/>
          <ac:spMkLst>
            <pc:docMk/>
            <pc:sldMk cId="3270334219" sldId="258"/>
            <ac:spMk id="13" creationId="{95FD51B8-61C9-3291-01B5-4F60399E2907}"/>
          </ac:spMkLst>
        </pc:spChg>
        <pc:spChg chg="add mod">
          <ac:chgData name="Dew, Dustin R CIV USSOCOM USASOC (USA)" userId="0b41fa84-30e1-4368-bacd-5381e98ad4cb" providerId="ADAL" clId="{47FBDF83-5BE2-49C7-8F1C-E69E55D774C1}" dt="2026-07-23T14:26:37.655" v="806" actId="164"/>
          <ac:spMkLst>
            <pc:docMk/>
            <pc:sldMk cId="3270334219" sldId="258"/>
            <ac:spMk id="14" creationId="{16045A99-E2C8-72A3-C1AC-CFD720810F56}"/>
          </ac:spMkLst>
        </pc:spChg>
        <pc:spChg chg="add mod">
          <ac:chgData name="Dew, Dustin R CIV USSOCOM USASOC (USA)" userId="0b41fa84-30e1-4368-bacd-5381e98ad4cb" providerId="ADAL" clId="{47FBDF83-5BE2-49C7-8F1C-E69E55D774C1}" dt="2026-07-23T14:26:30.953" v="805" actId="962"/>
          <ac:spMkLst>
            <pc:docMk/>
            <pc:sldMk cId="3270334219" sldId="258"/>
            <ac:spMk id="15" creationId="{68AAEBC5-C971-0142-2F53-B0F1F3B7A78B}"/>
          </ac:spMkLst>
        </pc:spChg>
        <pc:grpChg chg="add del mod">
          <ac:chgData name="Dew, Dustin R CIV USSOCOM USASOC (USA)" userId="0b41fa84-30e1-4368-bacd-5381e98ad4cb" providerId="ADAL" clId="{47FBDF83-5BE2-49C7-8F1C-E69E55D774C1}" dt="2026-07-23T14:25:08.508" v="799" actId="962"/>
          <ac:grpSpMkLst>
            <pc:docMk/>
            <pc:sldMk cId="3270334219" sldId="258"/>
            <ac:grpSpMk id="10" creationId="{3FC85822-DA70-A8B7-D71F-57A25B6F7EFE}"/>
          </ac:grpSpMkLst>
        </pc:grpChg>
        <pc:grpChg chg="add del mod">
          <ac:chgData name="Dew, Dustin R CIV USSOCOM USASOC (USA)" userId="0b41fa84-30e1-4368-bacd-5381e98ad4cb" providerId="ADAL" clId="{47FBDF83-5BE2-49C7-8F1C-E69E55D774C1}" dt="2026-07-23T13:52:23.829" v="300" actId="165"/>
          <ac:grpSpMkLst>
            <pc:docMk/>
            <pc:sldMk cId="3270334219" sldId="258"/>
            <ac:grpSpMk id="11" creationId="{0B0EDF73-6BE7-35FB-57F4-8DB5000011D8}"/>
          </ac:grpSpMkLst>
        </pc:grpChg>
        <pc:grpChg chg="add mod">
          <ac:chgData name="Dew, Dustin R CIV USSOCOM USASOC (USA)" userId="0b41fa84-30e1-4368-bacd-5381e98ad4cb" providerId="ADAL" clId="{47FBDF83-5BE2-49C7-8F1C-E69E55D774C1}" dt="2026-07-23T14:26:47.473" v="807" actId="962"/>
          <ac:grpSpMkLst>
            <pc:docMk/>
            <pc:sldMk cId="3270334219" sldId="258"/>
            <ac:grpSpMk id="16" creationId="{9F30C1F2-63E7-F1E2-F8DB-98307F3FBDF9}"/>
          </ac:grpSpMkLst>
        </pc:grpChg>
        <pc:picChg chg="add mod modVis modCrop">
          <ac:chgData name="Dew, Dustin R CIV USSOCOM USASOC (USA)" userId="0b41fa84-30e1-4368-bacd-5381e98ad4cb" providerId="ADAL" clId="{47FBDF83-5BE2-49C7-8F1C-E69E55D774C1}" dt="2026-07-23T14:24:54.598" v="798"/>
          <ac:picMkLst>
            <pc:docMk/>
            <pc:sldMk cId="3270334219" sldId="258"/>
            <ac:picMk id="4" creationId="{7E74A67D-32CE-0333-6B6E-ACC16EBD84A0}"/>
          </ac:picMkLst>
        </pc:picChg>
      </pc:sldChg>
      <pc:sldChg chg="addSp delSp modSp new mod">
        <pc:chgData name="Dew, Dustin R CIV USSOCOM USASOC (USA)" userId="0b41fa84-30e1-4368-bacd-5381e98ad4cb" providerId="ADAL" clId="{47FBDF83-5BE2-49C7-8F1C-E69E55D774C1}" dt="2026-07-24T12:40:07.486" v="1336"/>
        <pc:sldMkLst>
          <pc:docMk/>
          <pc:sldMk cId="1835045773" sldId="259"/>
        </pc:sldMkLst>
        <pc:spChg chg="del">
          <ac:chgData name="Dew, Dustin R CIV USSOCOM USASOC (USA)" userId="0b41fa84-30e1-4368-bacd-5381e98ad4cb" providerId="ADAL" clId="{47FBDF83-5BE2-49C7-8F1C-E69E55D774C1}" dt="2026-07-24T12:38:29.462" v="1322" actId="478"/>
          <ac:spMkLst>
            <pc:docMk/>
            <pc:sldMk cId="1835045773" sldId="259"/>
            <ac:spMk id="2" creationId="{57AFAD26-EC33-970E-E0EA-58C0B2DAB09C}"/>
          </ac:spMkLst>
        </pc:spChg>
        <pc:spChg chg="del">
          <ac:chgData name="Dew, Dustin R CIV USSOCOM USASOC (USA)" userId="0b41fa84-30e1-4368-bacd-5381e98ad4cb" providerId="ADAL" clId="{47FBDF83-5BE2-49C7-8F1C-E69E55D774C1}" dt="2026-07-24T12:38:29.462" v="1322" actId="478"/>
          <ac:spMkLst>
            <pc:docMk/>
            <pc:sldMk cId="1835045773" sldId="259"/>
            <ac:spMk id="3" creationId="{09D60C37-7E3A-7A0C-D4F2-F07A10821A4C}"/>
          </ac:spMkLst>
        </pc:spChg>
        <pc:picChg chg="add mod">
          <ac:chgData name="Dew, Dustin R CIV USSOCOM USASOC (USA)" userId="0b41fa84-30e1-4368-bacd-5381e98ad4cb" providerId="ADAL" clId="{47FBDF83-5BE2-49C7-8F1C-E69E55D774C1}" dt="2026-07-24T12:40:07.486" v="1336"/>
          <ac:picMkLst>
            <pc:docMk/>
            <pc:sldMk cId="1835045773" sldId="259"/>
            <ac:picMk id="5" creationId="{1C5DF9FB-3C61-333B-E2F5-DCA6BF15DD0A}"/>
          </ac:picMkLst>
        </pc:picChg>
      </pc:sldChg>
      <pc:sldChg chg="addSp modSp add mod">
        <pc:chgData name="Dew, Dustin R CIV USSOCOM USASOC (USA)" userId="0b41fa84-30e1-4368-bacd-5381e98ad4cb" providerId="ADAL" clId="{47FBDF83-5BE2-49C7-8F1C-E69E55D774C1}" dt="2026-07-24T12:40:15.306" v="1338"/>
        <pc:sldMkLst>
          <pc:docMk/>
          <pc:sldMk cId="3314674520" sldId="260"/>
        </pc:sldMkLst>
        <pc:picChg chg="add mod">
          <ac:chgData name="Dew, Dustin R CIV USSOCOM USASOC (USA)" userId="0b41fa84-30e1-4368-bacd-5381e98ad4cb" providerId="ADAL" clId="{47FBDF83-5BE2-49C7-8F1C-E69E55D774C1}" dt="2026-07-24T12:40:15.306" v="1338"/>
          <ac:picMkLst>
            <pc:docMk/>
            <pc:sldMk cId="3314674520" sldId="260"/>
            <ac:picMk id="3" creationId="{C813BD0F-FB3C-C1D5-4AD3-C95B28CD261E}"/>
          </ac:picMkLst>
        </pc:picChg>
      </pc:sldChg>
      <pc:sldChg chg="addSp delSp modSp add mod">
        <pc:chgData name="Dew, Dustin R CIV USSOCOM USASOC (USA)" userId="0b41fa84-30e1-4368-bacd-5381e98ad4cb" providerId="ADAL" clId="{47FBDF83-5BE2-49C7-8F1C-E69E55D774C1}" dt="2026-07-24T12:40:39.314" v="1342" actId="478"/>
        <pc:sldMkLst>
          <pc:docMk/>
          <pc:sldMk cId="3824764914" sldId="261"/>
        </pc:sldMkLst>
        <pc:picChg chg="add del mod">
          <ac:chgData name="Dew, Dustin R CIV USSOCOM USASOC (USA)" userId="0b41fa84-30e1-4368-bacd-5381e98ad4cb" providerId="ADAL" clId="{47FBDF83-5BE2-49C7-8F1C-E69E55D774C1}" dt="2026-07-24T12:40:39.314" v="1342" actId="478"/>
          <ac:picMkLst>
            <pc:docMk/>
            <pc:sldMk cId="3824764914" sldId="261"/>
            <ac:picMk id="3" creationId="{515409A1-F7A1-738D-23B9-681D81ABF87B}"/>
          </ac:picMkLst>
        </pc:picChg>
      </pc:sldChg>
      <pc:sldChg chg="addSp modSp add mod ord">
        <pc:chgData name="Dew, Dustin R CIV USSOCOM USASOC (USA)" userId="0b41fa84-30e1-4368-bacd-5381e98ad4cb" providerId="ADAL" clId="{47FBDF83-5BE2-49C7-8F1C-E69E55D774C1}" dt="2026-07-24T12:40:04.514" v="1334"/>
        <pc:sldMkLst>
          <pc:docMk/>
          <pc:sldMk cId="2063221902" sldId="262"/>
        </pc:sldMkLst>
        <pc:picChg chg="add mod">
          <ac:chgData name="Dew, Dustin R CIV USSOCOM USASOC (USA)" userId="0b41fa84-30e1-4368-bacd-5381e98ad4cb" providerId="ADAL" clId="{47FBDF83-5BE2-49C7-8F1C-E69E55D774C1}" dt="2026-07-24T12:39:17.329" v="1332" actId="1076"/>
          <ac:picMkLst>
            <pc:docMk/>
            <pc:sldMk cId="2063221902" sldId="262"/>
            <ac:picMk id="3" creationId="{56A9A771-5B96-6F80-215C-EA6E71E7BBBB}"/>
          </ac:picMkLst>
        </pc:picChg>
      </pc:sldChg>
      <pc:sldChg chg="addSp delSp modSp new mod ord">
        <pc:chgData name="Dew, Dustin R CIV USSOCOM USASOC (USA)" userId="0b41fa84-30e1-4368-bacd-5381e98ad4cb" providerId="ADAL" clId="{47FBDF83-5BE2-49C7-8F1C-E69E55D774C1}" dt="2026-07-24T12:48:23.234" v="1362"/>
        <pc:sldMkLst>
          <pc:docMk/>
          <pc:sldMk cId="191070994" sldId="263"/>
        </pc:sldMkLst>
        <pc:spChg chg="del">
          <ac:chgData name="Dew, Dustin R CIV USSOCOM USASOC (USA)" userId="0b41fa84-30e1-4368-bacd-5381e98ad4cb" providerId="ADAL" clId="{47FBDF83-5BE2-49C7-8F1C-E69E55D774C1}" dt="2026-07-24T12:41:03.895" v="1344" actId="478"/>
          <ac:spMkLst>
            <pc:docMk/>
            <pc:sldMk cId="191070994" sldId="263"/>
            <ac:spMk id="2" creationId="{7AB085B1-3A45-024E-78CF-E0315FEB6B4B}"/>
          </ac:spMkLst>
        </pc:spChg>
        <pc:spChg chg="del">
          <ac:chgData name="Dew, Dustin R CIV USSOCOM USASOC (USA)" userId="0b41fa84-30e1-4368-bacd-5381e98ad4cb" providerId="ADAL" clId="{47FBDF83-5BE2-49C7-8F1C-E69E55D774C1}" dt="2026-07-24T12:41:03.895" v="1344" actId="478"/>
          <ac:spMkLst>
            <pc:docMk/>
            <pc:sldMk cId="191070994" sldId="263"/>
            <ac:spMk id="3" creationId="{D0DB0208-1C46-0D85-8DE3-40FC82E22856}"/>
          </ac:spMkLst>
        </pc:spChg>
        <pc:spChg chg="add del">
          <ac:chgData name="Dew, Dustin R CIV USSOCOM USASOC (USA)" userId="0b41fa84-30e1-4368-bacd-5381e98ad4cb" providerId="ADAL" clId="{47FBDF83-5BE2-49C7-8F1C-E69E55D774C1}" dt="2026-07-24T12:42:17.100" v="1346" actId="22"/>
          <ac:spMkLst>
            <pc:docMk/>
            <pc:sldMk cId="191070994" sldId="263"/>
            <ac:spMk id="5" creationId="{1E2EB09F-E66C-C807-8CFD-4309A0E79B1B}"/>
          </ac:spMkLst>
        </pc:spChg>
        <pc:graphicFrameChg chg="add del mod">
          <ac:chgData name="Dew, Dustin R CIV USSOCOM USASOC (USA)" userId="0b41fa84-30e1-4368-bacd-5381e98ad4cb" providerId="ADAL" clId="{47FBDF83-5BE2-49C7-8F1C-E69E55D774C1}" dt="2026-07-24T12:42:52.527" v="1348" actId="21"/>
          <ac:graphicFrameMkLst>
            <pc:docMk/>
            <pc:sldMk cId="191070994" sldId="263"/>
            <ac:graphicFrameMk id="6" creationId="{2670C6A4-D6CB-90D8-5A3C-816F2CF8F116}"/>
          </ac:graphicFrameMkLst>
        </pc:graphicFrameChg>
        <pc:picChg chg="add mod modCrop">
          <ac:chgData name="Dew, Dustin R CIV USSOCOM USASOC (USA)" userId="0b41fa84-30e1-4368-bacd-5381e98ad4cb" providerId="ADAL" clId="{47FBDF83-5BE2-49C7-8F1C-E69E55D774C1}" dt="2026-07-24T12:48:17.520" v="1360" actId="1076"/>
          <ac:picMkLst>
            <pc:docMk/>
            <pc:sldMk cId="191070994" sldId="263"/>
            <ac:picMk id="8" creationId="{35FCFE41-91CA-C9C2-D4E3-EA2AB9620D0F}"/>
          </ac:picMkLst>
        </pc:picChg>
      </pc:sldChg>
      <pc:sldChg chg="addSp delSp modSp new mod">
        <pc:chgData name="Dew, Dustin R CIV USSOCOM USASOC (USA)" userId="0b41fa84-30e1-4368-bacd-5381e98ad4cb" providerId="ADAL" clId="{47FBDF83-5BE2-49C7-8F1C-E69E55D774C1}" dt="2026-07-24T18:49:47.642" v="1385" actId="478"/>
        <pc:sldMkLst>
          <pc:docMk/>
          <pc:sldMk cId="2865839193" sldId="264"/>
        </pc:sldMkLst>
        <pc:spChg chg="del">
          <ac:chgData name="Dew, Dustin R CIV USSOCOM USASOC (USA)" userId="0b41fa84-30e1-4368-bacd-5381e98ad4cb" providerId="ADAL" clId="{47FBDF83-5BE2-49C7-8F1C-E69E55D774C1}" dt="2026-07-24T18:39:50.306" v="1368" actId="478"/>
          <ac:spMkLst>
            <pc:docMk/>
            <pc:sldMk cId="2865839193" sldId="264"/>
            <ac:spMk id="2" creationId="{2E9D77DF-61C1-1684-9D58-57299AD89F94}"/>
          </ac:spMkLst>
        </pc:spChg>
        <pc:spChg chg="del">
          <ac:chgData name="Dew, Dustin R CIV USSOCOM USASOC (USA)" userId="0b41fa84-30e1-4368-bacd-5381e98ad4cb" providerId="ADAL" clId="{47FBDF83-5BE2-49C7-8F1C-E69E55D774C1}" dt="2026-07-24T18:39:50.306" v="1368" actId="478"/>
          <ac:spMkLst>
            <pc:docMk/>
            <pc:sldMk cId="2865839193" sldId="264"/>
            <ac:spMk id="3" creationId="{45092C67-DA80-E078-DE01-0A60D6660953}"/>
          </ac:spMkLst>
        </pc:spChg>
        <pc:spChg chg="add del">
          <ac:chgData name="Dew, Dustin R CIV USSOCOM USASOC (USA)" userId="0b41fa84-30e1-4368-bacd-5381e98ad4cb" providerId="ADAL" clId="{47FBDF83-5BE2-49C7-8F1C-E69E55D774C1}" dt="2026-07-24T18:39:53.302" v="1370" actId="22"/>
          <ac:spMkLst>
            <pc:docMk/>
            <pc:sldMk cId="2865839193" sldId="264"/>
            <ac:spMk id="5" creationId="{46C2578B-29F6-7A1E-443E-1B4CB10900FE}"/>
          </ac:spMkLst>
        </pc:spChg>
        <pc:picChg chg="add mod">
          <ac:chgData name="Dew, Dustin R CIV USSOCOM USASOC (USA)" userId="0b41fa84-30e1-4368-bacd-5381e98ad4cb" providerId="ADAL" clId="{47FBDF83-5BE2-49C7-8F1C-E69E55D774C1}" dt="2026-07-24T18:42:41.694" v="1376" actId="1076"/>
          <ac:picMkLst>
            <pc:docMk/>
            <pc:sldMk cId="2865839193" sldId="264"/>
            <ac:picMk id="7" creationId="{7763D790-8A78-0506-4E6E-3FB5025FF7EC}"/>
          </ac:picMkLst>
        </pc:picChg>
        <pc:picChg chg="add mod">
          <ac:chgData name="Dew, Dustin R CIV USSOCOM USASOC (USA)" userId="0b41fa84-30e1-4368-bacd-5381e98ad4cb" providerId="ADAL" clId="{47FBDF83-5BE2-49C7-8F1C-E69E55D774C1}" dt="2026-07-24T18:42:38.240" v="1374" actId="14100"/>
          <ac:picMkLst>
            <pc:docMk/>
            <pc:sldMk cId="2865839193" sldId="264"/>
            <ac:picMk id="9" creationId="{615DA9D0-67B8-1DDA-C67D-8889D9E5AD07}"/>
          </ac:picMkLst>
        </pc:picChg>
        <pc:picChg chg="add mod">
          <ac:chgData name="Dew, Dustin R CIV USSOCOM USASOC (USA)" userId="0b41fa84-30e1-4368-bacd-5381e98ad4cb" providerId="ADAL" clId="{47FBDF83-5BE2-49C7-8F1C-E69E55D774C1}" dt="2026-07-24T18:45:36.993" v="1380" actId="1076"/>
          <ac:picMkLst>
            <pc:docMk/>
            <pc:sldMk cId="2865839193" sldId="264"/>
            <ac:picMk id="11" creationId="{11851A52-D033-75DA-CCBA-9D7848399372}"/>
          </ac:picMkLst>
        </pc:picChg>
        <pc:picChg chg="add mod">
          <ac:chgData name="Dew, Dustin R CIV USSOCOM USASOC (USA)" userId="0b41fa84-30e1-4368-bacd-5381e98ad4cb" providerId="ADAL" clId="{47FBDF83-5BE2-49C7-8F1C-E69E55D774C1}" dt="2026-07-24T18:46:42.569" v="1383" actId="1076"/>
          <ac:picMkLst>
            <pc:docMk/>
            <pc:sldMk cId="2865839193" sldId="264"/>
            <ac:picMk id="13" creationId="{699C1E73-D6FE-3065-0181-83CA5CE81146}"/>
          </ac:picMkLst>
        </pc:picChg>
        <pc:picChg chg="add del">
          <ac:chgData name="Dew, Dustin R CIV USSOCOM USASOC (USA)" userId="0b41fa84-30e1-4368-bacd-5381e98ad4cb" providerId="ADAL" clId="{47FBDF83-5BE2-49C7-8F1C-E69E55D774C1}" dt="2026-07-24T18:49:47.642" v="1385" actId="478"/>
          <ac:picMkLst>
            <pc:docMk/>
            <pc:sldMk cId="2865839193" sldId="264"/>
            <ac:picMk id="15" creationId="{B172A5B3-987D-595D-3CB9-3EDD5F03385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6852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27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79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312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849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679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1219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232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308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57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936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BDB598-71E6-4373-9F61-6329252940F1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DF496B-D34B-4141-AFD4-5C66A7E0A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164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5FCFE41-91CA-C9C2-D4E3-EA2AB9620D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67" t="3333" r="2854" b="13889"/>
          <a:stretch>
            <a:fillRect/>
          </a:stretch>
        </p:blipFill>
        <p:spPr>
          <a:xfrm>
            <a:off x="1033047" y="0"/>
            <a:ext cx="101259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70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original_banner_image">
            <a:extLst>
              <a:ext uri="{FF2B5EF4-FFF2-40B4-BE49-F238E27FC236}">
                <a16:creationId xmlns:a16="http://schemas.microsoft.com/office/drawing/2014/main" id="{740DAF9D-1BC5-ECBD-248B-B4C38DED26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" t="204" b="210"/>
          <a:stretch>
            <a:fillRect/>
          </a:stretch>
        </p:blipFill>
        <p:spPr>
          <a:xfrm>
            <a:off x="0" y="0"/>
            <a:ext cx="9753600" cy="3429000"/>
          </a:xfrm>
          <a:prstGeom prst="rect">
            <a:avLst/>
          </a:prstGeom>
        </p:spPr>
      </p:pic>
      <p:sp>
        <p:nvSpPr>
          <p:cNvPr id="12" name="txt_Purpose">
            <a:extLst>
              <a:ext uri="{FF2B5EF4-FFF2-40B4-BE49-F238E27FC236}">
                <a16:creationId xmlns:a16="http://schemas.microsoft.com/office/drawing/2014/main" id="{BC24AC7E-C9CC-D6DC-BFF3-1BA90043D557}"/>
              </a:ext>
            </a:extLst>
          </p:cNvPr>
          <p:cNvSpPr txBox="1"/>
          <p:nvPr/>
        </p:nvSpPr>
        <p:spPr>
          <a:xfrm>
            <a:off x="1638300" y="1797392"/>
            <a:ext cx="3238500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effectLst>
                  <a:outerShdw blurRad="88900" dist="38100" dir="2700000" algn="tl">
                    <a:schemeClr val="bg1">
                      <a:alpha val="43000"/>
                    </a:schemeClr>
                  </a:outerShdw>
                </a:effectLst>
              </a:rPr>
              <a:t>Compile your codebase into banner-delimited archives.</a:t>
            </a:r>
            <a:br>
              <a:rPr lang="en-US" sz="1050" dirty="0">
                <a:effectLst>
                  <a:outerShdw blurRad="88900" dist="38100" dir="2700000" algn="tl">
                    <a:schemeClr val="bg1">
                      <a:alpha val="43000"/>
                    </a:schemeClr>
                  </a:outerShdw>
                </a:effectLst>
              </a:rPr>
            </a:br>
            <a:r>
              <a:rPr lang="en-US" sz="1050" dirty="0">
                <a:effectLst>
                  <a:outerShdw blurRad="88900" dist="38100" dir="2700000" algn="tl">
                    <a:schemeClr val="bg1">
                      <a:alpha val="43000"/>
                    </a:schemeClr>
                  </a:outerShdw>
                </a:effectLst>
              </a:rPr>
              <a:t>Rebuild it anytime with  </a:t>
            </a:r>
            <a:r>
              <a:rPr lang="en-US" sz="1050" b="1" dirty="0">
                <a:solidFill>
                  <a:srgbClr val="562905"/>
                </a:solidFill>
                <a:latin typeface="Consolas" panose="020B0609020204030204" pitchFamily="49" charset="0"/>
              </a:rPr>
              <a:t>px split</a:t>
            </a:r>
          </a:p>
        </p:txBody>
      </p:sp>
      <p:sp>
        <p:nvSpPr>
          <p:cNvPr id="13" name="txt_Subitle">
            <a:extLst>
              <a:ext uri="{FF2B5EF4-FFF2-40B4-BE49-F238E27FC236}">
                <a16:creationId xmlns:a16="http://schemas.microsoft.com/office/drawing/2014/main" id="{A0200E05-E5F3-AF6D-4FDF-448BB9F6C061}"/>
              </a:ext>
            </a:extLst>
          </p:cNvPr>
          <p:cNvSpPr txBox="1"/>
          <p:nvPr/>
        </p:nvSpPr>
        <p:spPr>
          <a:xfrm>
            <a:off x="1638300" y="1185594"/>
            <a:ext cx="3238500" cy="323166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just"/>
            <a:r>
              <a:rPr lang="en-US" b="1" dirty="0">
                <a:solidFill>
                  <a:srgbClr val="562905"/>
                </a:solidFill>
                <a:effectLst>
                  <a:outerShdw blurRad="152400" sx="102000" sy="102000" algn="ctr" rotWithShape="0">
                    <a:schemeClr val="bg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Your project’s portable codex.</a:t>
            </a:r>
            <a:endParaRPr lang="en-US" sz="1600" b="1" dirty="0">
              <a:solidFill>
                <a:srgbClr val="562905"/>
              </a:solidFill>
              <a:effectLst>
                <a:outerShdw blurRad="152400" sx="102000" sy="102000" algn="ctr" rotWithShape="0">
                  <a:schemeClr val="bg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xt_Title">
            <a:extLst>
              <a:ext uri="{FF2B5EF4-FFF2-40B4-BE49-F238E27FC236}">
                <a16:creationId xmlns:a16="http://schemas.microsoft.com/office/drawing/2014/main" id="{5A4D7390-005E-A410-FC2F-93D8E5110EC4}"/>
              </a:ext>
            </a:extLst>
          </p:cNvPr>
          <p:cNvSpPr txBox="1"/>
          <p:nvPr/>
        </p:nvSpPr>
        <p:spPr>
          <a:xfrm>
            <a:off x="1638300" y="417855"/>
            <a:ext cx="3238500" cy="763245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just"/>
            <a:r>
              <a:rPr lang="en-US" sz="7200" b="1" dirty="0">
                <a:solidFill>
                  <a:srgbClr val="201303"/>
                </a:solidFill>
                <a:effectLst>
                  <a:outerShdw blurRad="152400" sx="102000" sy="102000" algn="ctr" rotWithShape="0">
                    <a:schemeClr val="bg1">
                      <a:alpha val="40000"/>
                    </a:schemeClr>
                  </a:outerShdw>
                </a:effectLst>
                <a:latin typeface="Georgia Pro" panose="02040502050405020303" pitchFamily="18" charset="0"/>
                <a:cs typeface="Aldhabi" panose="01000000000000000000" pitchFamily="2" charset="-78"/>
              </a:rPr>
              <a:t>Pendex</a:t>
            </a:r>
            <a:endParaRPr lang="en-US" sz="1600" b="1" dirty="0">
              <a:solidFill>
                <a:srgbClr val="562905"/>
              </a:solidFill>
              <a:effectLst>
                <a:outerShdw blurRad="152400" sx="102000" sy="102000" algn="ctr" rotWithShape="0">
                  <a:schemeClr val="bg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_P">
                <a:extLst>
                  <a:ext uri="{FF2B5EF4-FFF2-40B4-BE49-F238E27FC236}">
                    <a16:creationId xmlns:a16="http://schemas.microsoft.com/office/drawing/2014/main" id="{1DB2C05E-9343-3BC4-C0C3-5BD2FE29E07F}"/>
                  </a:ext>
                </a:extLst>
              </p:cNvPr>
              <p:cNvSpPr/>
              <p:nvPr/>
            </p:nvSpPr>
            <p:spPr>
              <a:xfrm>
                <a:off x="76200" y="83819"/>
                <a:ext cx="1295400" cy="15624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11500" b="1" i="0" cap="none" spc="0" smtClean="0">
                          <a:ln w="0">
                            <a:solidFill>
                              <a:schemeClr val="tx1"/>
                            </a:solidFill>
                          </a:ln>
                          <a:solidFill>
                            <a:srgbClr val="201303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𝓟</m:t>
                      </m:r>
                    </m:oMath>
                  </m:oMathPara>
                </a14:m>
                <a:endParaRPr lang="en-US" sz="11500" b="1" cap="none" spc="0" dirty="0">
                  <a:ln w="0">
                    <a:solidFill>
                      <a:schemeClr val="tx1"/>
                    </a:solidFill>
                  </a:ln>
                  <a:solidFill>
                    <a:srgbClr val="20130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10" name="rect_P">
                <a:extLst>
                  <a:ext uri="{FF2B5EF4-FFF2-40B4-BE49-F238E27FC236}">
                    <a16:creationId xmlns:a16="http://schemas.microsoft.com/office/drawing/2014/main" id="{1DB2C05E-9343-3BC4-C0C3-5BD2FE29E0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83819"/>
                <a:ext cx="1295400" cy="1562419"/>
              </a:xfrm>
              <a:prstGeom prst="rect">
                <a:avLst/>
              </a:prstGeom>
              <a:blipFill>
                <a:blip r:embed="rId3"/>
                <a:stretch>
                  <a:fillRect r="-28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E72B8E40-E7D7-E05D-9E97-BF5CD4C9E4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71786">
            <a:off x="7245042" y="1746836"/>
            <a:ext cx="764513" cy="962660"/>
          </a:xfrm>
          <a:prstGeom prst="rect">
            <a:avLst/>
          </a:prstGeom>
          <a:effectLst>
            <a:softEdge rad="25400"/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_P">
                <a:extLst>
                  <a:ext uri="{FF2B5EF4-FFF2-40B4-BE49-F238E27FC236}">
                    <a16:creationId xmlns:a16="http://schemas.microsoft.com/office/drawing/2014/main" id="{DF50B1B4-1105-62A8-3193-28B5A2FEC7F6}"/>
                  </a:ext>
                </a:extLst>
              </p:cNvPr>
              <p:cNvSpPr/>
              <p:nvPr/>
            </p:nvSpPr>
            <p:spPr>
              <a:xfrm rot="20847297">
                <a:off x="7182811" y="1450802"/>
                <a:ext cx="1295400" cy="15624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 anchorCtr="1">
                <a:noAutofit/>
                <a:scene3d>
                  <a:camera prst="isometricOffAxis1Right"/>
                  <a:lightRig rig="morning" dir="t">
                    <a:rot lat="0" lon="0" rev="14400000"/>
                  </a:lightRig>
                </a:scene3d>
                <a:sp3d extrusionH="6350" contourW="6350" prstMaterial="matte">
                  <a:bevelT w="38100" h="38100" prst="relaxedInset"/>
                  <a:extrusionClr>
                    <a:schemeClr val="tx1"/>
                  </a:extrusionClr>
                </a:sp3d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0" b="1" i="0" cap="none" spc="0" smtClean="0">
                          <a:ln w="38100">
                            <a:solidFill>
                              <a:srgbClr val="201303"/>
                            </a:solidFill>
                          </a:ln>
                          <a:solidFill>
                            <a:srgbClr val="E0A750">
                              <a:alpha val="50000"/>
                            </a:srgbClr>
                          </a:solidFill>
                          <a:effectLst/>
                          <a:latin typeface="Cambria Math" panose="02040503050406030204" pitchFamily="18" charset="0"/>
                        </a:rPr>
                        <m:t>𝓟</m:t>
                      </m:r>
                    </m:oMath>
                  </m:oMathPara>
                </a14:m>
                <a:endParaRPr lang="en-US" sz="8000" b="1" cap="none" spc="0" dirty="0">
                  <a:ln w="38100">
                    <a:solidFill>
                      <a:srgbClr val="201303"/>
                    </a:solidFill>
                  </a:ln>
                  <a:solidFill>
                    <a:srgbClr val="E0A750">
                      <a:alpha val="50000"/>
                    </a:srgbClr>
                  </a:solidFill>
                  <a:effectLst/>
                </a:endParaRPr>
              </a:p>
            </p:txBody>
          </p:sp>
        </mc:Choice>
        <mc:Fallback xmlns="">
          <p:sp>
            <p:nvSpPr>
              <p:cNvPr id="16" name="rect_P">
                <a:extLst>
                  <a:ext uri="{FF2B5EF4-FFF2-40B4-BE49-F238E27FC236}">
                    <a16:creationId xmlns:a16="http://schemas.microsoft.com/office/drawing/2014/main" id="{DF50B1B4-1105-62A8-3193-28B5A2FEC7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847297">
                <a:off x="7182811" y="1450802"/>
                <a:ext cx="1295400" cy="1562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4704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riginal_app_icon_image" hidden="1">
            <a:extLst>
              <a:ext uri="{FF2B5EF4-FFF2-40B4-BE49-F238E27FC236}">
                <a16:creationId xmlns:a16="http://schemas.microsoft.com/office/drawing/2014/main" id="{E5217082-9ED2-90CC-7FD1-225F3225871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00" t="7189" r="55138" b="57778"/>
          <a:stretch>
            <a:fillRect/>
          </a:stretch>
        </p:blipFill>
        <p:spPr>
          <a:xfrm>
            <a:off x="604157" y="680356"/>
            <a:ext cx="5508174" cy="5491843"/>
          </a:xfrm>
          <a:prstGeom prst="roundRect">
            <a:avLst>
              <a:gd name="adj" fmla="val 17795"/>
            </a:avLst>
          </a:prstGeom>
          <a:effectLst>
            <a:innerShdw blurRad="254000">
              <a:schemeClr val="tx1">
                <a:lumMod val="95000"/>
                <a:lumOff val="5000"/>
              </a:schemeClr>
            </a:innerShdw>
          </a:effectLst>
        </p:spPr>
      </p:pic>
      <p:grpSp>
        <p:nvGrpSpPr>
          <p:cNvPr id="37" name="background">
            <a:extLst>
              <a:ext uri="{FF2B5EF4-FFF2-40B4-BE49-F238E27FC236}">
                <a16:creationId xmlns:a16="http://schemas.microsoft.com/office/drawing/2014/main" id="{6D0558D2-82CB-51B7-F58F-60E81681651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685800"/>
            <a:ext cx="5486400" cy="5486400"/>
            <a:chOff x="6096000" y="685800"/>
            <a:chExt cx="5486400" cy="5486400"/>
          </a:xfrm>
        </p:grpSpPr>
        <p:sp>
          <p:nvSpPr>
            <p:cNvPr id="7" name="rect_Outer_Border">
              <a:extLst>
                <a:ext uri="{FF2B5EF4-FFF2-40B4-BE49-F238E27FC236}">
                  <a16:creationId xmlns:a16="http://schemas.microsoft.com/office/drawing/2014/main" id="{ACA99393-822C-0D54-8F97-8675D01808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85800"/>
              <a:ext cx="5486400" cy="5486400"/>
            </a:xfrm>
            <a:prstGeom prst="roundRect">
              <a:avLst>
                <a:gd name="adj" fmla="val 1269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_Inner_Border">
              <a:extLst>
                <a:ext uri="{FF2B5EF4-FFF2-40B4-BE49-F238E27FC236}">
                  <a16:creationId xmlns:a16="http://schemas.microsoft.com/office/drawing/2014/main" id="{3F15949A-BCA4-A0BC-8FCA-A8E2092106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324600" y="914400"/>
              <a:ext cx="5029200" cy="5029200"/>
            </a:xfrm>
            <a:prstGeom prst="roundRect">
              <a:avLst>
                <a:gd name="adj" fmla="val 9019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ircle_Large">
            <a:extLst>
              <a:ext uri="{FF2B5EF4-FFF2-40B4-BE49-F238E27FC236}">
                <a16:creationId xmlns:a16="http://schemas.microsoft.com/office/drawing/2014/main" id="{7440769D-C4E9-140D-73D9-5BC189C36B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781800" y="1377043"/>
            <a:ext cx="4114800" cy="4109357"/>
          </a:xfrm>
          <a:prstGeom prst="ellipse">
            <a:avLst/>
          </a:prstGeom>
          <a:noFill/>
          <a:ln w="50800">
            <a:solidFill>
              <a:srgbClr val="20130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circles_Mask">
            <a:extLst>
              <a:ext uri="{FF2B5EF4-FFF2-40B4-BE49-F238E27FC236}">
                <a16:creationId xmlns:a16="http://schemas.microsoft.com/office/drawing/2014/main" id="{436A5661-E267-93BF-5028-713EA8D44D0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498770" y="1115786"/>
            <a:ext cx="4686300" cy="4654731"/>
            <a:chOff x="6498770" y="1115786"/>
            <a:chExt cx="4686300" cy="4654731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F083497-F43F-43D3-2675-729FF856A2B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61615" y="1115786"/>
              <a:ext cx="571500" cy="573087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64F92EF-605A-B10F-0229-455D974369B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498770" y="3139733"/>
              <a:ext cx="571500" cy="573087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D7664900-8B66-4048-EC33-31A72EA9E5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613570" y="3139732"/>
              <a:ext cx="571500" cy="573087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A2A02AA-6DEA-48A7-1811-9CD79C6821A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53450" y="5197430"/>
              <a:ext cx="571500" cy="573087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E4E039F6-92E9-24B2-7F8C-74FE3214C24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903007" y="4683920"/>
              <a:ext cx="571500" cy="573087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9242FAF-5124-46A9-8158-1976BFF3918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903007" y="1600993"/>
              <a:ext cx="571500" cy="573087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3028C9BE-1AF0-E571-105D-65DCEA710B2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798130" y="1371599"/>
              <a:ext cx="1126670" cy="1143001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80D27B-2BE0-9970-C1D1-5A60AD92945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798130" y="4332509"/>
              <a:ext cx="1126670" cy="1143001"/>
            </a:xfrm>
            <a:prstGeom prst="ellipse">
              <a:avLst/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circles_Small">
            <a:extLst>
              <a:ext uri="{FF2B5EF4-FFF2-40B4-BE49-F238E27FC236}">
                <a16:creationId xmlns:a16="http://schemas.microsoft.com/office/drawing/2014/main" id="{B57FDE72-2EC8-455D-3BA7-CEDD0588B96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643550" y="1234440"/>
            <a:ext cx="4396195" cy="4389120"/>
            <a:chOff x="6643550" y="1234440"/>
            <a:chExt cx="4396195" cy="4389120"/>
          </a:xfrm>
        </p:grpSpPr>
        <p:sp>
          <p:nvSpPr>
            <p:cNvPr id="13" name="circle_Small_Top">
              <a:extLst>
                <a:ext uri="{FF2B5EF4-FFF2-40B4-BE49-F238E27FC236}">
                  <a16:creationId xmlns:a16="http://schemas.microsoft.com/office/drawing/2014/main" id="{A8A93CE2-BA14-6C1C-C328-82C68355FD4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710205" y="1234440"/>
              <a:ext cx="274320" cy="27432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circle_Small_Bottom">
              <a:extLst>
                <a:ext uri="{FF2B5EF4-FFF2-40B4-BE49-F238E27FC236}">
                  <a16:creationId xmlns:a16="http://schemas.microsoft.com/office/drawing/2014/main" id="{7F6A3B21-D837-40B0-772D-19A92946B54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710205" y="5349240"/>
              <a:ext cx="274320" cy="27432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circle_Small_Left">
              <a:extLst>
                <a:ext uri="{FF2B5EF4-FFF2-40B4-BE49-F238E27FC236}">
                  <a16:creationId xmlns:a16="http://schemas.microsoft.com/office/drawing/2014/main" id="{BBFB03A7-2F16-4B10-5F58-ACFE5AC675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643550" y="3291840"/>
              <a:ext cx="274320" cy="27432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circle_Small_Right">
              <a:extLst>
                <a:ext uri="{FF2B5EF4-FFF2-40B4-BE49-F238E27FC236}">
                  <a16:creationId xmlns:a16="http://schemas.microsoft.com/office/drawing/2014/main" id="{3B06F31D-3B2F-F024-5A88-D7D96184C50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765425" y="3291840"/>
              <a:ext cx="274320" cy="274320"/>
            </a:xfrm>
            <a:prstGeom prst="ellipse">
              <a:avLst/>
            </a:prstGeom>
            <a:solidFill>
              <a:srgbClr val="AE855C"/>
            </a:solidFill>
            <a:ln w="50800">
              <a:solidFill>
                <a:srgbClr val="20130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icons">
            <a:extLst>
              <a:ext uri="{FF2B5EF4-FFF2-40B4-BE49-F238E27FC236}">
                <a16:creationId xmlns:a16="http://schemas.microsoft.com/office/drawing/2014/main" id="{3B879DFA-A72A-2346-7397-4D5F8CDBC3C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787244" y="1065213"/>
            <a:ext cx="4374617" cy="4787381"/>
            <a:chOff x="6787244" y="1065213"/>
            <a:chExt cx="4374617" cy="4787381"/>
          </a:xfrm>
        </p:grpSpPr>
        <p:sp>
          <p:nvSpPr>
            <p:cNvPr id="29" name="rect_Book">
              <a:extLst>
                <a:ext uri="{FF2B5EF4-FFF2-40B4-BE49-F238E27FC236}">
                  <a16:creationId xmlns:a16="http://schemas.microsoft.com/office/drawing/2014/main" id="{D6A462E8-0F1E-2812-C310-CAD02E37E59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787244" y="1065213"/>
              <a:ext cx="912109" cy="1354217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algn="ctr"/>
              <a:r>
                <a:rPr lang="en-US" sz="8800" b="0" cap="none" spc="0" dirty="0">
                  <a:ln w="38100">
                    <a:solidFill>
                      <a:srgbClr val="201303"/>
                    </a:solidFill>
                  </a:ln>
                  <a:solidFill>
                    <a:srgbClr val="EDC484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Iosevka NFP" panose="02000509030000000004" pitchFamily="50" charset="0"/>
                  <a:ea typeface="Iosevka NFP" panose="02000509030000000004" pitchFamily="50" charset="0"/>
                  <a:cs typeface="Iosevka NFP" panose="02000509030000000004" pitchFamily="50" charset="0"/>
                </a:rPr>
                <a:t></a:t>
              </a:r>
              <a:endParaRPr lang="en-US" sz="8800" b="0" cap="none" spc="0" dirty="0">
                <a:ln w="38100">
                  <a:solidFill>
                    <a:srgbClr val="201303"/>
                  </a:solidFill>
                </a:ln>
                <a:solidFill>
                  <a:srgbClr val="EDC48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UI Emoji" panose="020B0502040204020203" pitchFamily="34" charset="0"/>
                <a:ea typeface="Segoe UI Emoji" panose="020B0502040204020203" pitchFamily="34" charset="0"/>
              </a:endParaRPr>
            </a:p>
          </p:txBody>
        </p:sp>
        <p:sp>
          <p:nvSpPr>
            <p:cNvPr id="30" name="rect_&lt;&gt;">
              <a:extLst>
                <a:ext uri="{FF2B5EF4-FFF2-40B4-BE49-F238E27FC236}">
                  <a16:creationId xmlns:a16="http://schemas.microsoft.com/office/drawing/2014/main" id="{4BBA8561-DE32-B1D3-8A95-2F64EEE04B3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55175" y="4744598"/>
              <a:ext cx="1006686" cy="1107996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algn="ctr"/>
              <a:r>
                <a:rPr lang="en-US" sz="7200" b="0" cap="none" spc="0" dirty="0">
                  <a:ln w="38100">
                    <a:solidFill>
                      <a:srgbClr val="201303"/>
                    </a:solidFill>
                  </a:ln>
                  <a:solidFill>
                    <a:srgbClr val="6D7B82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Iosevka NFP" panose="02000509030000000004" pitchFamily="50" charset="0"/>
                  <a:ea typeface="Iosevka NFP" panose="02000509030000000004" pitchFamily="50" charset="0"/>
                  <a:cs typeface="Iosevka NFP" panose="02000509030000000004" pitchFamily="50" charset="0"/>
                </a:rPr>
                <a:t></a:t>
              </a:r>
              <a:r>
                <a:rPr lang="en-US" sz="2400" b="0" cap="none" spc="0" dirty="0">
                  <a:ln w="38100">
                    <a:solidFill>
                      <a:srgbClr val="201303"/>
                    </a:solidFill>
                  </a:ln>
                  <a:solidFill>
                    <a:srgbClr val="6D7B82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Iosevka NFP" panose="02000509030000000004" pitchFamily="50" charset="0"/>
                  <a:ea typeface="Iosevka NFP" panose="02000509030000000004" pitchFamily="50" charset="0"/>
                  <a:cs typeface="Iosevka NFP" panose="02000509030000000004" pitchFamily="50" charset="0"/>
                </a:rPr>
                <a:t> </a:t>
              </a:r>
              <a:r>
                <a:rPr lang="en-US" sz="7200" b="0" cap="none" spc="0" dirty="0">
                  <a:ln w="38100">
                    <a:solidFill>
                      <a:srgbClr val="201303"/>
                    </a:solidFill>
                  </a:ln>
                  <a:solidFill>
                    <a:srgbClr val="6D7B82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Iosevka NFP" panose="02000509030000000004" pitchFamily="50" charset="0"/>
                  <a:ea typeface="Iosevka NFP" panose="02000509030000000004" pitchFamily="50" charset="0"/>
                  <a:cs typeface="Iosevka NFP" panose="02000509030000000004" pitchFamily="50" charset="0"/>
                </a:rPr>
                <a:t></a:t>
              </a:r>
              <a:endParaRPr lang="en-US" sz="7200" b="0" cap="none" spc="0" dirty="0">
                <a:ln w="38100">
                  <a:solidFill>
                    <a:srgbClr val="201303"/>
                  </a:solidFill>
                </a:ln>
                <a:solidFill>
                  <a:srgbClr val="6D7B8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UI Emoji" panose="020B0502040204020203" pitchFamily="34" charset="0"/>
                <a:ea typeface="Segoe UI Emoji" panose="020B0502040204020203" pitchFamily="34" charset="0"/>
              </a:endParaRPr>
            </a:p>
          </p:txBody>
        </p:sp>
        <p:sp>
          <p:nvSpPr>
            <p:cNvPr id="31" name="rect_Folder">
              <a:extLst>
                <a:ext uri="{FF2B5EF4-FFF2-40B4-BE49-F238E27FC236}">
                  <a16:creationId xmlns:a16="http://schemas.microsoft.com/office/drawing/2014/main" id="{3C6B1BE3-47CC-F46B-7F58-AC53DC7AA6F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23463" y="1065213"/>
              <a:ext cx="921727" cy="1107996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algn="ctr"/>
              <a:r>
                <a:rPr lang="en-US" sz="7200" b="0" cap="none" spc="0" dirty="0">
                  <a:ln w="50800">
                    <a:solidFill>
                      <a:srgbClr val="201303"/>
                    </a:solidFill>
                  </a:ln>
                  <a:solidFill>
                    <a:srgbClr val="C86B25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Iosevka NFP" panose="02000509030000000004" pitchFamily="50" charset="0"/>
                  <a:ea typeface="Iosevka NFP" panose="02000509030000000004" pitchFamily="50" charset="0"/>
                  <a:cs typeface="Iosevka NFP" panose="02000509030000000004" pitchFamily="50" charset="0"/>
                </a:rPr>
                <a:t></a:t>
              </a:r>
              <a:endParaRPr lang="en-US" sz="7200" b="0" cap="none" spc="0" dirty="0">
                <a:ln w="50800">
                  <a:solidFill>
                    <a:srgbClr val="201303"/>
                  </a:solidFill>
                </a:ln>
                <a:solidFill>
                  <a:srgbClr val="C86B25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UI Emoji" panose="020B0502040204020203" pitchFamily="34" charset="0"/>
                <a:ea typeface="Segoe UI Emoji" panose="020B0502040204020203" pitchFamily="34" charset="0"/>
              </a:endParaRPr>
            </a:p>
          </p:txBody>
        </p:sp>
        <p:sp>
          <p:nvSpPr>
            <p:cNvPr id="28" name="rect_Paper">
              <a:extLst>
                <a:ext uri="{FF2B5EF4-FFF2-40B4-BE49-F238E27FC236}">
                  <a16:creationId xmlns:a16="http://schemas.microsoft.com/office/drawing/2014/main" id="{A8C0C5A4-40BC-4779-3834-4B6CA21BE97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867561" y="4416300"/>
              <a:ext cx="780663" cy="1354217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algn="ctr"/>
              <a:r>
                <a:rPr lang="en-US" sz="8800" b="0" cap="none" spc="0" dirty="0">
                  <a:ln w="38100">
                    <a:solidFill>
                      <a:srgbClr val="201303"/>
                    </a:solidFill>
                  </a:ln>
                  <a:solidFill>
                    <a:srgbClr val="EDC484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Iosevka NFP" panose="02000509030000000004" pitchFamily="50" charset="0"/>
                  <a:ea typeface="Iosevka NFP" panose="02000509030000000004" pitchFamily="50" charset="0"/>
                  <a:cs typeface="Iosevka NFP" panose="02000509030000000004" pitchFamily="50" charset="0"/>
                </a:rPr>
                <a:t></a:t>
              </a:r>
              <a:endParaRPr lang="en-US" sz="8800" b="0" cap="none" spc="0" dirty="0">
                <a:ln w="38100">
                  <a:solidFill>
                    <a:srgbClr val="201303"/>
                  </a:solidFill>
                </a:ln>
                <a:solidFill>
                  <a:srgbClr val="EDC48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Segoe UI Emoji" panose="020B0502040204020203" pitchFamily="34" charset="0"/>
                <a:ea typeface="Segoe UI Emoji" panose="020B0502040204020203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_P">
                <a:extLst>
                  <a:ext uri="{FF2B5EF4-FFF2-40B4-BE49-F238E27FC236}">
                    <a16:creationId xmlns:a16="http://schemas.microsoft.com/office/drawing/2014/main" id="{8F3A49B8-9C05-4A98-BE4E-69177CE0914D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070270" y="685800"/>
                <a:ext cx="4495800" cy="548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 anchorCtr="1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8700" b="1" i="0" cap="none" spc="0" smtClean="0">
                          <a:ln w="0">
                            <a:solidFill>
                              <a:schemeClr val="tx1"/>
                            </a:solidFill>
                          </a:ln>
                          <a:solidFill>
                            <a:srgbClr val="201303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𝓟</m:t>
                      </m:r>
                    </m:oMath>
                  </m:oMathPara>
                </a14:m>
                <a:endParaRPr lang="en-US" sz="28700" b="1" cap="none" spc="0" dirty="0">
                  <a:ln w="0">
                    <a:solidFill>
                      <a:schemeClr val="tx1"/>
                    </a:solidFill>
                  </a:ln>
                  <a:solidFill>
                    <a:srgbClr val="20130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12" name="rect_P">
                <a:extLst>
                  <a:ext uri="{FF2B5EF4-FFF2-40B4-BE49-F238E27FC236}">
                    <a16:creationId xmlns:a16="http://schemas.microsoft.com/office/drawing/2014/main" id="{8F3A49B8-9C05-4A98-BE4E-69177CE091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0270" y="685800"/>
                <a:ext cx="4495800" cy="5486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6524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riginal_favicon_image" hidden="1">
            <a:extLst>
              <a:ext uri="{FF2B5EF4-FFF2-40B4-BE49-F238E27FC236}">
                <a16:creationId xmlns:a16="http://schemas.microsoft.com/office/drawing/2014/main" id="{7E74A67D-32CE-0333-6B6E-ACC16EBD84A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6" t="13268" r="87368" b="74217"/>
          <a:stretch>
            <a:fillRect/>
          </a:stretch>
        </p:blipFill>
        <p:spPr>
          <a:xfrm>
            <a:off x="625929" y="685800"/>
            <a:ext cx="5470071" cy="5486400"/>
          </a:xfrm>
          <a:prstGeom prst="roundRect">
            <a:avLst>
              <a:gd name="adj" fmla="val 19978"/>
            </a:avLst>
          </a:prstGeom>
          <a:effectLst>
            <a:innerShdw blurRad="114300">
              <a:prstClr val="black"/>
            </a:innerShdw>
          </a:effectLst>
        </p:spPr>
      </p:pic>
      <p:grpSp>
        <p:nvGrpSpPr>
          <p:cNvPr id="10" name="background">
            <a:extLst>
              <a:ext uri="{FF2B5EF4-FFF2-40B4-BE49-F238E27FC236}">
                <a16:creationId xmlns:a16="http://schemas.microsoft.com/office/drawing/2014/main" id="{3FC85822-DA70-A8B7-D71F-57A25B6F7EFE}"/>
              </a:ext>
            </a:extLst>
          </p:cNvPr>
          <p:cNvGrpSpPr/>
          <p:nvPr/>
        </p:nvGrpSpPr>
        <p:grpSpPr>
          <a:xfrm>
            <a:off x="6096000" y="685800"/>
            <a:ext cx="5486400" cy="5486400"/>
            <a:chOff x="6096000" y="685800"/>
            <a:chExt cx="5486400" cy="5486400"/>
          </a:xfrm>
        </p:grpSpPr>
        <p:sp>
          <p:nvSpPr>
            <p:cNvPr id="5" name="rect_Outer_Border">
              <a:extLst>
                <a:ext uri="{FF2B5EF4-FFF2-40B4-BE49-F238E27FC236}">
                  <a16:creationId xmlns:a16="http://schemas.microsoft.com/office/drawing/2014/main" id="{D65F6CA3-0854-70A5-6E63-2BF0D5194A89}"/>
                </a:ext>
              </a:extLst>
            </p:cNvPr>
            <p:cNvSpPr/>
            <p:nvPr/>
          </p:nvSpPr>
          <p:spPr>
            <a:xfrm>
              <a:off x="6096000" y="685800"/>
              <a:ext cx="5486400" cy="5486400"/>
            </a:xfrm>
            <a:prstGeom prst="roundRect">
              <a:avLst>
                <a:gd name="adj" fmla="val 1269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_Inner_Border">
              <a:extLst>
                <a:ext uri="{FF2B5EF4-FFF2-40B4-BE49-F238E27FC236}">
                  <a16:creationId xmlns:a16="http://schemas.microsoft.com/office/drawing/2014/main" id="{0A7EC04F-372A-6F7F-4121-74F397E4A5D0}"/>
                </a:ext>
              </a:extLst>
            </p:cNvPr>
            <p:cNvSpPr/>
            <p:nvPr/>
          </p:nvSpPr>
          <p:spPr>
            <a:xfrm>
              <a:off x="6324600" y="914400"/>
              <a:ext cx="5029200" cy="5029200"/>
            </a:xfrm>
            <a:prstGeom prst="roundRect">
              <a:avLst>
                <a:gd name="adj" fmla="val 9019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inner_Background">
            <a:extLst>
              <a:ext uri="{FF2B5EF4-FFF2-40B4-BE49-F238E27FC236}">
                <a16:creationId xmlns:a16="http://schemas.microsoft.com/office/drawing/2014/main" id="{9F30C1F2-63E7-F1E2-F8DB-98307F3FBDF9}"/>
              </a:ext>
            </a:extLst>
          </p:cNvPr>
          <p:cNvGrpSpPr/>
          <p:nvPr/>
        </p:nvGrpSpPr>
        <p:grpSpPr>
          <a:xfrm>
            <a:off x="6477000" y="1065213"/>
            <a:ext cx="4724400" cy="4764087"/>
            <a:chOff x="6477000" y="1065213"/>
            <a:chExt cx="4724400" cy="4764087"/>
          </a:xfrm>
        </p:grpSpPr>
        <p:sp>
          <p:nvSpPr>
            <p:cNvPr id="12" name="rect_Inner_Corner_Lines">
              <a:extLst>
                <a:ext uri="{FF2B5EF4-FFF2-40B4-BE49-F238E27FC236}">
                  <a16:creationId xmlns:a16="http://schemas.microsoft.com/office/drawing/2014/main" id="{2B7F35ED-598C-602C-7897-7D615A1AA052}"/>
                </a:ext>
              </a:extLst>
            </p:cNvPr>
            <p:cNvSpPr/>
            <p:nvPr/>
          </p:nvSpPr>
          <p:spPr>
            <a:xfrm>
              <a:off x="6591300" y="1143000"/>
              <a:ext cx="4495800" cy="4533900"/>
            </a:xfrm>
            <a:prstGeom prst="roundRect">
              <a:avLst>
                <a:gd name="adj" fmla="val 4951"/>
              </a:avLst>
            </a:prstGeom>
            <a:solidFill>
              <a:srgbClr val="20130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_Inner_Mask">
              <a:extLst>
                <a:ext uri="{FF2B5EF4-FFF2-40B4-BE49-F238E27FC236}">
                  <a16:creationId xmlns:a16="http://schemas.microsoft.com/office/drawing/2014/main" id="{95FD51B8-61C9-3291-01B5-4F60399E2907}"/>
                </a:ext>
              </a:extLst>
            </p:cNvPr>
            <p:cNvSpPr/>
            <p:nvPr/>
          </p:nvSpPr>
          <p:spPr>
            <a:xfrm>
              <a:off x="6689270" y="1230086"/>
              <a:ext cx="4321630" cy="4370614"/>
            </a:xfrm>
            <a:prstGeom prst="roundRect">
              <a:avLst>
                <a:gd name="adj" fmla="val 2900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plaque_Inner_Mask">
              <a:extLst>
                <a:ext uri="{FF2B5EF4-FFF2-40B4-BE49-F238E27FC236}">
                  <a16:creationId xmlns:a16="http://schemas.microsoft.com/office/drawing/2014/main" id="{16045A99-E2C8-72A3-C1AC-CFD720810F56}"/>
                </a:ext>
              </a:extLst>
            </p:cNvPr>
            <p:cNvSpPr/>
            <p:nvPr/>
          </p:nvSpPr>
          <p:spPr>
            <a:xfrm>
              <a:off x="6477000" y="1065213"/>
              <a:ext cx="4724400" cy="4764087"/>
            </a:xfrm>
            <a:prstGeom prst="plaque">
              <a:avLst>
                <a:gd name="adj" fmla="val 19201"/>
              </a:avLst>
            </a:prstGeom>
            <a:solidFill>
              <a:srgbClr val="FFEA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_P">
                <a:extLst>
                  <a:ext uri="{FF2B5EF4-FFF2-40B4-BE49-F238E27FC236}">
                    <a16:creationId xmlns:a16="http://schemas.microsoft.com/office/drawing/2014/main" id="{68AAEBC5-C971-0142-2F53-B0F1F3B7A78B}"/>
                  </a:ext>
                </a:extLst>
              </p:cNvPr>
              <p:cNvSpPr/>
              <p:nvPr/>
            </p:nvSpPr>
            <p:spPr>
              <a:xfrm>
                <a:off x="7070270" y="685800"/>
                <a:ext cx="4495800" cy="548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ctr" anchorCtr="1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4400" b="1" i="0" cap="none" spc="0" smtClean="0">
                          <a:ln w="0">
                            <a:solidFill>
                              <a:schemeClr val="tx1"/>
                            </a:solidFill>
                          </a:ln>
                          <a:solidFill>
                            <a:srgbClr val="201303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𝓟</m:t>
                      </m:r>
                    </m:oMath>
                  </m:oMathPara>
                </a14:m>
                <a:endParaRPr lang="en-US" sz="34400" b="1" cap="none" spc="0" dirty="0">
                  <a:ln w="0">
                    <a:solidFill>
                      <a:schemeClr val="tx1"/>
                    </a:solidFill>
                  </a:ln>
                  <a:solidFill>
                    <a:srgbClr val="201303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mc:Choice>
        <mc:Fallback xmlns="">
          <p:sp>
            <p:nvSpPr>
              <p:cNvPr id="15" name="rect_P">
                <a:extLst>
                  <a:ext uri="{FF2B5EF4-FFF2-40B4-BE49-F238E27FC236}">
                    <a16:creationId xmlns:a16="http://schemas.microsoft.com/office/drawing/2014/main" id="{68AAEBC5-C971-0142-2F53-B0F1F3B7A7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0270" y="685800"/>
                <a:ext cx="4495800" cy="5486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334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83309-0366-9346-1376-2BE51BC81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A9A771-5B96-6F80-215C-EA6E71E7BBB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7EF"/>
              </a:clrFrom>
              <a:clrTo>
                <a:srgbClr val="FEF7E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221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5DF9FB-3C61-333B-E2F5-DCA6BF15DD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045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B323E-1AAC-52C5-8D76-BB6129019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13BD0F-FB3C-C1D5-4AD3-C95B28CD26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674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5A87-64BC-F04C-4D40-1ADB75FA5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5409A1-F7A1-738D-23B9-681D81ABF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427" y="0"/>
            <a:ext cx="102951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764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763D790-8A78-0506-4E6E-3FB5025FF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00" y="90377"/>
            <a:ext cx="2567726" cy="3848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15DA9D0-67B8-1DDA-C67D-8889D9E5AD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6200"/>
            <a:ext cx="2819400" cy="2819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1851A52-D033-75DA-CCBA-9D7848399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66700"/>
            <a:ext cx="2898034" cy="2476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99C1E73-D6FE-3065-0181-83CA5CE811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106" y="2743200"/>
            <a:ext cx="1881187" cy="2420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839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6b665fc-95ee-4bc0-ba4f-93fdedf161ac}" enabled="0" method="" siteId="{56b665fc-95ee-4bc0-ba4f-93fdedf161a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1769</TotalTime>
  <Words>29</Words>
  <Application>Microsoft Office PowerPoint</Application>
  <PresentationFormat>Widescreen</PresentationFormat>
  <Paragraphs>11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Consolas</vt:lpstr>
      <vt:lpstr>Georgia Pro</vt:lpstr>
      <vt:lpstr>Iosevka NFP</vt:lpstr>
      <vt:lpstr>Segoe UI Emoji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Dew, Dustin R CIV USSOCOM USASOC (USA)</dc:creator>
  <cp:lastModifiedBy>Dew, Dustin R CIV USSOCOM USASOC (USA)</cp:lastModifiedBy>
  <cp:revision>1</cp:revision>
  <dcterms:created xsi:type="dcterms:W3CDTF">2026-07-23T13:08:52Z</dcterms:created>
  <dcterms:modified xsi:type="dcterms:W3CDTF">2026-07-24T18:49:58Z</dcterms:modified>
</cp:coreProperties>
</file>